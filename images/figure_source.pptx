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1" r:id="rId3"/>
    <p:sldId id="263" r:id="rId4"/>
    <p:sldId id="262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430"/>
    <a:srgbClr val="FFA33D"/>
    <a:srgbClr val="07DDFF"/>
    <a:srgbClr val="EA67FF"/>
    <a:srgbClr val="FFB940"/>
    <a:srgbClr val="FF4C32"/>
    <a:srgbClr val="FF6A38"/>
    <a:srgbClr val="FF883C"/>
    <a:srgbClr val="F0BD41"/>
    <a:srgbClr val="DFC0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226" y="52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62123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475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833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450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2706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0410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8048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470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6201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40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5292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695A4-AE9A-41EC-8ECB-C24C192E8D11}" type="datetimeFigureOut">
              <a:rPr lang="zh-CN" altLang="en-US" smtClean="0"/>
              <a:t>2025/8/8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1592B-D83E-472F-939B-AEAB38167B4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259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3.xml"/><Relationship Id="rId7" Type="http://schemas.openxmlformats.org/officeDocument/2006/relationships/image" Target="../media/image16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2.xml"/><Relationship Id="rId4" Type="http://schemas.openxmlformats.org/officeDocument/2006/relationships/tags" Target="../tags/tag4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8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21" Type="http://schemas.openxmlformats.org/officeDocument/2006/relationships/image" Target="../media/image61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image" Target="../media/image42.png"/><Relationship Id="rId16" Type="http://schemas.openxmlformats.org/officeDocument/2006/relationships/image" Target="../media/image56.png"/><Relationship Id="rId20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24" Type="http://schemas.openxmlformats.org/officeDocument/2006/relationships/image" Target="../media/image64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23" Type="http://schemas.openxmlformats.org/officeDocument/2006/relationships/image" Target="../media/image63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Relationship Id="rId22" Type="http://schemas.openxmlformats.org/officeDocument/2006/relationships/image" Target="../media/image6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png"/><Relationship Id="rId13" Type="http://schemas.openxmlformats.org/officeDocument/2006/relationships/image" Target="../media/image68.png"/><Relationship Id="rId3" Type="http://schemas.openxmlformats.org/officeDocument/2006/relationships/image" Target="../media/image35.png"/><Relationship Id="rId7" Type="http://schemas.openxmlformats.org/officeDocument/2006/relationships/image" Target="../media/image39.png"/><Relationship Id="rId12" Type="http://schemas.openxmlformats.org/officeDocument/2006/relationships/image" Target="../media/image67.png"/><Relationship Id="rId2" Type="http://schemas.openxmlformats.org/officeDocument/2006/relationships/image" Target="../media/image34.png"/><Relationship Id="rId16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11" Type="http://schemas.openxmlformats.org/officeDocument/2006/relationships/image" Target="../media/image66.png"/><Relationship Id="rId5" Type="http://schemas.openxmlformats.org/officeDocument/2006/relationships/image" Target="../media/image37.png"/><Relationship Id="rId15" Type="http://schemas.openxmlformats.org/officeDocument/2006/relationships/image" Target="../media/image70.png"/><Relationship Id="rId10" Type="http://schemas.openxmlformats.org/officeDocument/2006/relationships/image" Target="../media/image65.png"/><Relationship Id="rId4" Type="http://schemas.openxmlformats.org/officeDocument/2006/relationships/image" Target="../media/image36.png"/><Relationship Id="rId9" Type="http://schemas.openxmlformats.org/officeDocument/2006/relationships/image" Target="../media/image41.png"/><Relationship Id="rId14" Type="http://schemas.openxmlformats.org/officeDocument/2006/relationships/image" Target="../media/image6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矩形 79"/>
          <p:cNvSpPr/>
          <p:nvPr/>
        </p:nvSpPr>
        <p:spPr>
          <a:xfrm>
            <a:off x="2603828" y="1406361"/>
            <a:ext cx="1664196" cy="122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ysClr val="windowText" lastClr="000000"/>
              </a:solidFill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7179781" y="1161264"/>
            <a:ext cx="2100803" cy="1466189"/>
            <a:chOff x="4788817" y="2045616"/>
            <a:chExt cx="2155596" cy="1989056"/>
          </a:xfrm>
        </p:grpSpPr>
        <p:sp>
          <p:nvSpPr>
            <p:cNvPr id="3" name="左大括号 2"/>
            <p:cNvSpPr/>
            <p:nvPr/>
          </p:nvSpPr>
          <p:spPr>
            <a:xfrm>
              <a:off x="4788817" y="2045616"/>
              <a:ext cx="424206" cy="1989056"/>
            </a:xfrm>
            <a:prstGeom prst="leftBrace">
              <a:avLst>
                <a:gd name="adj1" fmla="val 51764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左大括号 18"/>
            <p:cNvSpPr/>
            <p:nvPr/>
          </p:nvSpPr>
          <p:spPr>
            <a:xfrm flipH="1">
              <a:off x="6520207" y="2045616"/>
              <a:ext cx="424206" cy="1989056"/>
            </a:xfrm>
            <a:prstGeom prst="leftBrace">
              <a:avLst>
                <a:gd name="adj1" fmla="val 51764"/>
                <a:gd name="adj2" fmla="val 50000"/>
              </a:avLst>
            </a:prstGeom>
            <a:solidFill>
              <a:schemeClr val="accent2">
                <a:lumMod val="20000"/>
                <a:lumOff val="80000"/>
              </a:schemeClr>
            </a:solidFill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/>
            <p:cNvSpPr/>
            <p:nvPr/>
          </p:nvSpPr>
          <p:spPr>
            <a:xfrm>
              <a:off x="5213023" y="2045616"/>
              <a:ext cx="1307184" cy="198905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文本框 9"/>
          <p:cNvSpPr txBox="1"/>
          <p:nvPr/>
        </p:nvSpPr>
        <p:spPr>
          <a:xfrm>
            <a:off x="7395901" y="1240882"/>
            <a:ext cx="1677971" cy="13388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/>
              <a:t>demonstration</a:t>
            </a:r>
          </a:p>
          <a:p>
            <a:pPr>
              <a:lnSpc>
                <a:spcPct val="150000"/>
              </a:lnSpc>
            </a:pPr>
            <a:r>
              <a:rPr lang="en-US" altLang="zh-CN" dirty="0"/>
              <a:t>exploration</a:t>
            </a:r>
          </a:p>
          <a:p>
            <a:pPr>
              <a:lnSpc>
                <a:spcPct val="150000"/>
              </a:lnSpc>
            </a:pPr>
            <a:r>
              <a:rPr lang="en-US" altLang="zh-CN" dirty="0" smtClean="0"/>
              <a:t>planning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24722" y="3805944"/>
            <a:ext cx="2008473" cy="1184604"/>
          </a:xfrm>
          <a:prstGeom prst="rect">
            <a:avLst/>
          </a:prstGeom>
          <a:ln w="28575">
            <a:solidFill>
              <a:srgbClr val="75ABDC"/>
            </a:solidFill>
          </a:ln>
        </p:spPr>
      </p:pic>
      <p:grpSp>
        <p:nvGrpSpPr>
          <p:cNvPr id="18" name="组合 17"/>
          <p:cNvGrpSpPr/>
          <p:nvPr/>
        </p:nvGrpSpPr>
        <p:grpSpPr>
          <a:xfrm>
            <a:off x="2685945" y="1565965"/>
            <a:ext cx="1499964" cy="940698"/>
            <a:chOff x="-5505922" y="8162555"/>
            <a:chExt cx="5874022" cy="3196119"/>
          </a:xfrm>
        </p:grpSpPr>
        <p:sp>
          <p:nvSpPr>
            <p:cNvPr id="42" name="矩形 41"/>
            <p:cNvSpPr/>
            <p:nvPr>
              <p:custDataLst>
                <p:tags r:id="rId1"/>
              </p:custDataLst>
            </p:nvPr>
          </p:nvSpPr>
          <p:spPr>
            <a:xfrm>
              <a:off x="-5505922" y="9963017"/>
              <a:ext cx="5874019" cy="1395657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  <a:ln w="19050"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657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3" name="文本框 42"/>
            <p:cNvSpPr txBox="1"/>
            <p:nvPr>
              <p:custDataLst>
                <p:tags r:id="rId2"/>
              </p:custDataLst>
            </p:nvPr>
          </p:nvSpPr>
          <p:spPr>
            <a:xfrm>
              <a:off x="-5505922" y="10116364"/>
              <a:ext cx="5874018" cy="115027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1600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prompt</a:t>
              </a:r>
              <a:endParaRPr lang="zh-CN" altLang="en-US" sz="4134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5" name="矩形 44"/>
            <p:cNvSpPr/>
            <p:nvPr>
              <p:custDataLst>
                <p:tags r:id="rId3"/>
              </p:custDataLst>
            </p:nvPr>
          </p:nvSpPr>
          <p:spPr>
            <a:xfrm>
              <a:off x="-5505922" y="8162555"/>
              <a:ext cx="5874017" cy="1450512"/>
            </a:xfrm>
            <a:prstGeom prst="rect">
              <a:avLst/>
            </a:prstGeom>
            <a:solidFill>
              <a:schemeClr val="bg1">
                <a:alpha val="50000"/>
              </a:schemeClr>
            </a:solidFill>
            <a:ln w="19050"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2657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4"/>
              </p:custDataLst>
            </p:nvPr>
          </p:nvSpPr>
          <p:spPr>
            <a:xfrm>
              <a:off x="-5505922" y="8212823"/>
              <a:ext cx="5874022" cy="125484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b="1" kern="100" dirty="0" smtClean="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仿宋" panose="02010609060101010101" pitchFamily="49" charset="-122"/>
                </a:rPr>
                <a:t>LLMS</a:t>
              </a:r>
              <a:endParaRPr lang="zh-CN" altLang="en-US" dirty="0">
                <a:solidFill>
                  <a:schemeClr val="accen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7" name="左大括号 46"/>
          <p:cNvSpPr/>
          <p:nvPr/>
        </p:nvSpPr>
        <p:spPr>
          <a:xfrm>
            <a:off x="9761133" y="598089"/>
            <a:ext cx="413423" cy="2592538"/>
          </a:xfrm>
          <a:prstGeom prst="leftBrace">
            <a:avLst>
              <a:gd name="adj1" fmla="val 51764"/>
              <a:gd name="adj2" fmla="val 50000"/>
            </a:avLst>
          </a:prstGeom>
          <a:solidFill>
            <a:schemeClr val="accent1">
              <a:lumMod val="20000"/>
              <a:lumOff val="80000"/>
            </a:schemeClr>
          </a:solidFill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10174556" y="598088"/>
            <a:ext cx="1273957" cy="2592540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1">
                  <a:lumMod val="20000"/>
                  <a:lumOff val="80000"/>
                  <a:shade val="100000"/>
                  <a:satMod val="115000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矩形 19"/>
              <p:cNvSpPr/>
              <p:nvPr/>
            </p:nvSpPr>
            <p:spPr>
              <a:xfrm>
                <a:off x="10174556" y="748098"/>
                <a:ext cx="797172" cy="21698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𝑠𝑘𝑖𝑙𝑙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altLang="zh-CN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𝑠𝑘𝑖𝑙𝑙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𝑠𝑘𝑖𝑙𝑙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altLang="zh-CN" i="1" dirty="0" smtClean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en-US" altLang="zh-CN" dirty="0" smtClean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𝑠𝑘𝑖𝑙𝑙</m:t>
                          </m:r>
                        </m:e>
                        <m:sub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0" name="矩形 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4556" y="748098"/>
                <a:ext cx="797172" cy="2169825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组合 23"/>
          <p:cNvGrpSpPr/>
          <p:nvPr/>
        </p:nvGrpSpPr>
        <p:grpSpPr>
          <a:xfrm>
            <a:off x="9885946" y="3443528"/>
            <a:ext cx="1562568" cy="915952"/>
            <a:chOff x="9587511" y="4663762"/>
            <a:chExt cx="1872969" cy="1046158"/>
          </a:xfrm>
        </p:grpSpPr>
        <p:sp>
          <p:nvSpPr>
            <p:cNvPr id="52" name="任意多边形 51"/>
            <p:cNvSpPr/>
            <p:nvPr/>
          </p:nvSpPr>
          <p:spPr>
            <a:xfrm>
              <a:off x="9587511" y="4663762"/>
              <a:ext cx="1872969" cy="1046158"/>
            </a:xfrm>
            <a:custGeom>
              <a:avLst/>
              <a:gdLst>
                <a:gd name="connsiteX0" fmla="*/ 533975 w 1997783"/>
                <a:gd name="connsiteY0" fmla="*/ 0 h 1096957"/>
                <a:gd name="connsiteX1" fmla="*/ 669008 w 1997783"/>
                <a:gd name="connsiteY1" fmla="*/ 0 h 1096957"/>
                <a:gd name="connsiteX2" fmla="*/ 669008 w 1997783"/>
                <a:gd name="connsiteY2" fmla="*/ 264964 h 1096957"/>
                <a:gd name="connsiteX3" fmla="*/ 1997783 w 1997783"/>
                <a:gd name="connsiteY3" fmla="*/ 264964 h 1096957"/>
                <a:gd name="connsiteX4" fmla="*/ 1997783 w 1997783"/>
                <a:gd name="connsiteY4" fmla="*/ 754475 h 1096957"/>
                <a:gd name="connsiteX5" fmla="*/ 669008 w 1997783"/>
                <a:gd name="connsiteY5" fmla="*/ 754475 h 1096957"/>
                <a:gd name="connsiteX6" fmla="*/ 669008 w 1997783"/>
                <a:gd name="connsiteY6" fmla="*/ 756586 h 1096957"/>
                <a:gd name="connsiteX7" fmla="*/ 360609 w 1997783"/>
                <a:gd name="connsiteY7" fmla="*/ 1064985 h 1096957"/>
                <a:gd name="connsiteX8" fmla="*/ 167252 w 1997783"/>
                <a:gd name="connsiteY8" fmla="*/ 1064985 h 1096957"/>
                <a:gd name="connsiteX9" fmla="*/ 167252 w 1997783"/>
                <a:gd name="connsiteY9" fmla="*/ 1096957 h 1096957"/>
                <a:gd name="connsiteX10" fmla="*/ 0 w 1997783"/>
                <a:gd name="connsiteY10" fmla="*/ 997469 h 1096957"/>
                <a:gd name="connsiteX11" fmla="*/ 167252 w 1997783"/>
                <a:gd name="connsiteY11" fmla="*/ 897981 h 1096957"/>
                <a:gd name="connsiteX12" fmla="*/ 167252 w 1997783"/>
                <a:gd name="connsiteY12" fmla="*/ 929953 h 1096957"/>
                <a:gd name="connsiteX13" fmla="*/ 360609 w 1997783"/>
                <a:gd name="connsiteY13" fmla="*/ 929953 h 1096957"/>
                <a:gd name="connsiteX14" fmla="*/ 533976 w 1997783"/>
                <a:gd name="connsiteY14" fmla="*/ 756586 h 1096957"/>
                <a:gd name="connsiteX15" fmla="*/ 533975 w 1997783"/>
                <a:gd name="connsiteY15" fmla="*/ 0 h 10969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997783" h="1096957">
                  <a:moveTo>
                    <a:pt x="533975" y="0"/>
                  </a:moveTo>
                  <a:lnTo>
                    <a:pt x="669008" y="0"/>
                  </a:lnTo>
                  <a:lnTo>
                    <a:pt x="669008" y="264964"/>
                  </a:lnTo>
                  <a:lnTo>
                    <a:pt x="1997783" y="264964"/>
                  </a:lnTo>
                  <a:lnTo>
                    <a:pt x="1997783" y="754475"/>
                  </a:lnTo>
                  <a:lnTo>
                    <a:pt x="669008" y="754475"/>
                  </a:lnTo>
                  <a:lnTo>
                    <a:pt x="669008" y="756586"/>
                  </a:lnTo>
                  <a:cubicBezTo>
                    <a:pt x="669008" y="926910"/>
                    <a:pt x="530933" y="1064985"/>
                    <a:pt x="360609" y="1064985"/>
                  </a:cubicBezTo>
                  <a:lnTo>
                    <a:pt x="167252" y="1064985"/>
                  </a:lnTo>
                  <a:lnTo>
                    <a:pt x="167252" y="1096957"/>
                  </a:lnTo>
                  <a:lnTo>
                    <a:pt x="0" y="997469"/>
                  </a:lnTo>
                  <a:lnTo>
                    <a:pt x="167252" y="897981"/>
                  </a:lnTo>
                  <a:lnTo>
                    <a:pt x="167252" y="929953"/>
                  </a:lnTo>
                  <a:lnTo>
                    <a:pt x="360609" y="929953"/>
                  </a:lnTo>
                  <a:cubicBezTo>
                    <a:pt x="456357" y="929953"/>
                    <a:pt x="533976" y="852334"/>
                    <a:pt x="533976" y="756586"/>
                  </a:cubicBezTo>
                  <a:cubicBezTo>
                    <a:pt x="533976" y="504391"/>
                    <a:pt x="533975" y="252195"/>
                    <a:pt x="533975" y="0"/>
                  </a:cubicBez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10120743" y="4925331"/>
              <a:ext cx="1151341" cy="36933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/>
                <a:t> execution</a:t>
              </a:r>
              <a:endParaRPr lang="zh-CN" altLang="en-US" dirty="0"/>
            </a:p>
          </p:txBody>
        </p:sp>
      </p:grpSp>
      <p:sp>
        <p:nvSpPr>
          <p:cNvPr id="25" name="矩形 24"/>
          <p:cNvSpPr/>
          <p:nvPr/>
        </p:nvSpPr>
        <p:spPr>
          <a:xfrm>
            <a:off x="4969861" y="789412"/>
            <a:ext cx="1538432" cy="83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endParaRPr lang="en-US" altLang="zh-CN" dirty="0">
              <a:solidFill>
                <a:sysClr val="windowText" lastClr="000000"/>
              </a:solidFill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4969861" y="2225035"/>
            <a:ext cx="1538432" cy="7662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altLang="zh-CN" dirty="0">
              <a:solidFill>
                <a:sysClr val="windowText" lastClr="000000"/>
              </a:solidFill>
            </a:endParaRPr>
          </a:p>
        </p:txBody>
      </p:sp>
      <p:grpSp>
        <p:nvGrpSpPr>
          <p:cNvPr id="38" name="组合 37"/>
          <p:cNvGrpSpPr/>
          <p:nvPr/>
        </p:nvGrpSpPr>
        <p:grpSpPr>
          <a:xfrm>
            <a:off x="6512623" y="952701"/>
            <a:ext cx="1009042" cy="1897147"/>
            <a:chOff x="6339003" y="2445835"/>
            <a:chExt cx="1009042" cy="1897147"/>
          </a:xfrm>
        </p:grpSpPr>
        <p:sp>
          <p:nvSpPr>
            <p:cNvPr id="37" name="弧形 36"/>
            <p:cNvSpPr/>
            <p:nvPr/>
          </p:nvSpPr>
          <p:spPr>
            <a:xfrm rot="16200000">
              <a:off x="6386324" y="3381261"/>
              <a:ext cx="914400" cy="1009042"/>
            </a:xfrm>
            <a:prstGeom prst="arc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弧形 69"/>
            <p:cNvSpPr/>
            <p:nvPr/>
          </p:nvSpPr>
          <p:spPr>
            <a:xfrm rot="5400000" flipV="1">
              <a:off x="6386324" y="2398514"/>
              <a:ext cx="914400" cy="1009042"/>
            </a:xfrm>
            <a:prstGeom prst="arc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1" name="矩形 80"/>
          <p:cNvSpPr/>
          <p:nvPr/>
        </p:nvSpPr>
        <p:spPr>
          <a:xfrm>
            <a:off x="486094" y="1406361"/>
            <a:ext cx="1664196" cy="12210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initial  </a:t>
            </a:r>
            <a:r>
              <a:rPr lang="en-US" altLang="zh-CN" dirty="0" smtClean="0"/>
              <a:t>natural language </a:t>
            </a:r>
            <a:r>
              <a:rPr lang="en-US" altLang="zh-CN" dirty="0"/>
              <a:t>descriptions</a:t>
            </a:r>
          </a:p>
        </p:txBody>
      </p:sp>
      <p:sp>
        <p:nvSpPr>
          <p:cNvPr id="83" name="矩形 82"/>
          <p:cNvSpPr/>
          <p:nvPr/>
        </p:nvSpPr>
        <p:spPr>
          <a:xfrm>
            <a:off x="2603828" y="3840084"/>
            <a:ext cx="1664196" cy="20486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correction language </a:t>
            </a:r>
            <a:r>
              <a:rPr lang="en-US" altLang="zh-CN" dirty="0"/>
              <a:t>descriptions</a:t>
            </a:r>
          </a:p>
        </p:txBody>
      </p:sp>
      <p:sp>
        <p:nvSpPr>
          <p:cNvPr id="51" name="手杖形箭头 50"/>
          <p:cNvSpPr/>
          <p:nvPr/>
        </p:nvSpPr>
        <p:spPr>
          <a:xfrm rot="16200000" flipV="1">
            <a:off x="9570084" y="4622821"/>
            <a:ext cx="973455" cy="685166"/>
          </a:xfrm>
          <a:prstGeom prst="uturnArrow">
            <a:avLst>
              <a:gd name="adj1" fmla="val 15202"/>
              <a:gd name="adj2" fmla="val 10860"/>
              <a:gd name="adj3" fmla="val 18890"/>
              <a:gd name="adj4" fmla="val 42445"/>
              <a:gd name="adj5" fmla="val 75834"/>
            </a:avLst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ysClr val="windowText" lastClr="000000"/>
                </a:solidFill>
              </a:ln>
              <a:solidFill>
                <a:schemeClr val="tx1"/>
              </a:solidFill>
            </a:endParaRPr>
          </a:p>
        </p:txBody>
      </p:sp>
      <p:cxnSp>
        <p:nvCxnSpPr>
          <p:cNvPr id="66" name="直接箭头连接符 65"/>
          <p:cNvCxnSpPr/>
          <p:nvPr/>
        </p:nvCxnSpPr>
        <p:spPr>
          <a:xfrm flipH="1">
            <a:off x="6806369" y="4864410"/>
            <a:ext cx="803377" cy="1026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/>
          <p:nvPr/>
        </p:nvCxnSpPr>
        <p:spPr>
          <a:xfrm>
            <a:off x="2168670" y="208859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83" idx="0"/>
            <a:endCxn id="80" idx="2"/>
          </p:cNvCxnSpPr>
          <p:nvPr/>
        </p:nvCxnSpPr>
        <p:spPr>
          <a:xfrm flipV="1">
            <a:off x="3435926" y="2627453"/>
            <a:ext cx="0" cy="1212631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6074946" y="3881128"/>
            <a:ext cx="699248" cy="20076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/>
          </a:p>
        </p:txBody>
      </p:sp>
      <p:sp>
        <p:nvSpPr>
          <p:cNvPr id="93" name="弧形 92"/>
          <p:cNvSpPr/>
          <p:nvPr/>
        </p:nvSpPr>
        <p:spPr>
          <a:xfrm>
            <a:off x="3858158" y="1977417"/>
            <a:ext cx="914400" cy="1009042"/>
          </a:xfrm>
          <a:prstGeom prst="arc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弧形 93"/>
          <p:cNvSpPr/>
          <p:nvPr/>
        </p:nvSpPr>
        <p:spPr>
          <a:xfrm flipV="1">
            <a:off x="3862052" y="903230"/>
            <a:ext cx="914400" cy="1009042"/>
          </a:xfrm>
          <a:prstGeom prst="arc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6" name="表格 8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20487"/>
                  </p:ext>
                </p:extLst>
              </p:nvPr>
            </p:nvGraphicFramePr>
            <p:xfrm>
              <a:off x="6180176" y="4072403"/>
              <a:ext cx="471868" cy="16250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5934"/>
                    <a:gridCol w="235934"/>
                  </a:tblGrid>
                  <a:tr h="270843"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P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V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0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0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1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1100" b="0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⋮</m:t>
                                </m:r>
                              </m:oMath>
                            </m:oMathPara>
                          </a14:m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endParaRPr lang="zh-CN" altLang="en-US" sz="110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𝑝</m:t>
                                    </m:r>
                                  </m:e>
                                  <m:sub>
                                    <m:r>
                                      <a:rPr lang="en-US" altLang="zh-CN" sz="1100" b="0" i="1" dirty="0" smtClean="0">
                                        <a:latin typeface="Cambria Math" panose="02040503050406030204" pitchFamily="18" charset="0"/>
                                      </a:rPr>
                                      <m:t>𝑁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1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6" name="表格 8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69620487"/>
                  </p:ext>
                </p:extLst>
              </p:nvPr>
            </p:nvGraphicFramePr>
            <p:xfrm>
              <a:off x="6180176" y="4072403"/>
              <a:ext cx="471868" cy="162505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35934"/>
                    <a:gridCol w="235934"/>
                  </a:tblGrid>
                  <a:tr h="270843"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P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V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1785" marR="71785" marT="35893" marB="35893">
                        <a:blipFill rotWithShape="0">
                          <a:blip r:embed="rId8"/>
                          <a:stretch>
                            <a:fillRect l="-2500" t="-109091" r="-107500" b="-41136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0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1785" marR="71785" marT="35893" marB="35893">
                        <a:blipFill rotWithShape="0">
                          <a:blip r:embed="rId8"/>
                          <a:stretch>
                            <a:fillRect l="-2500" t="-204444" r="-107500" b="-30222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0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1785" marR="71785" marT="35893" marB="35893">
                        <a:blipFill rotWithShape="0">
                          <a:blip r:embed="rId8"/>
                          <a:stretch>
                            <a:fillRect l="-2500" t="-311364" r="-107500" b="-20909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1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1785" marR="71785" marT="35893" marB="35893">
                        <a:blipFill rotWithShape="0">
                          <a:blip r:embed="rId8"/>
                          <a:stretch>
                            <a:fillRect l="-2500" t="-402222" r="-107500" b="-1044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 altLang="en-US" sz="1100"/>
                        </a:p>
                      </a:txBody>
                      <a:tcPr marL="71785" marR="71785" marT="35893" marB="35893"/>
                    </a:tc>
                  </a:tr>
                  <a:tr h="270843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1785" marR="71785" marT="35893" marB="35893">
                        <a:blipFill rotWithShape="0">
                          <a:blip r:embed="rId8"/>
                          <a:stretch>
                            <a:fillRect l="-2500" t="-513636" r="-107500" b="-68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altLang="zh-CN" sz="1100" dirty="0" smtClean="0"/>
                            <a:t>1</a:t>
                          </a:r>
                          <a:endParaRPr lang="zh-CN" altLang="en-US" sz="1100" dirty="0"/>
                        </a:p>
                      </a:txBody>
                      <a:tcPr marL="71785" marR="71785" marT="35893" marB="35893"/>
                    </a:tc>
                  </a:tr>
                </a:tbl>
              </a:graphicData>
            </a:graphic>
          </p:graphicFrame>
        </mc:Fallback>
      </mc:AlternateContent>
      <p:cxnSp>
        <p:nvCxnSpPr>
          <p:cNvPr id="97" name="直接箭头连接符 96"/>
          <p:cNvCxnSpPr>
            <a:stCxn id="90" idx="1"/>
            <a:endCxn id="83" idx="3"/>
          </p:cNvCxnSpPr>
          <p:nvPr/>
        </p:nvCxnSpPr>
        <p:spPr>
          <a:xfrm flipH="1" flipV="1">
            <a:off x="4268024" y="4864410"/>
            <a:ext cx="1806922" cy="20522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/>
          <p:nvPr/>
        </p:nvCxnSpPr>
        <p:spPr>
          <a:xfrm>
            <a:off x="9290380" y="1894358"/>
            <a:ext cx="298332" cy="3810"/>
          </a:xfrm>
          <a:prstGeom prst="straightConnector1">
            <a:avLst/>
          </a:prstGeom>
          <a:ln w="28575">
            <a:solidFill>
              <a:srgbClr val="5B9BD5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矩形 72"/>
          <p:cNvSpPr/>
          <p:nvPr/>
        </p:nvSpPr>
        <p:spPr>
          <a:xfrm>
            <a:off x="7802880" y="5109744"/>
            <a:ext cx="2083066" cy="6542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dirty="0">
                <a:solidFill>
                  <a:sysClr val="windowText" lastClr="000000"/>
                </a:solidFill>
              </a:rPr>
              <a:t>common sense vocabulary</a:t>
            </a:r>
          </a:p>
        </p:txBody>
      </p:sp>
      <p:sp>
        <p:nvSpPr>
          <p:cNvPr id="109" name="矩形 108"/>
          <p:cNvSpPr/>
          <p:nvPr/>
        </p:nvSpPr>
        <p:spPr>
          <a:xfrm>
            <a:off x="4927475" y="966359"/>
            <a:ext cx="150847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ysClr val="windowText" lastClr="000000"/>
                </a:solidFill>
              </a:rPr>
              <a:t>predicates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ysClr val="windowText" lastClr="000000"/>
                </a:solidFill>
              </a:rPr>
              <a:t>actions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  <p:sp>
        <p:nvSpPr>
          <p:cNvPr id="117" name="矩形 116"/>
          <p:cNvSpPr/>
          <p:nvPr/>
        </p:nvSpPr>
        <p:spPr>
          <a:xfrm>
            <a:off x="4927474" y="2397452"/>
            <a:ext cx="2197951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ysClr val="windowText" lastClr="000000"/>
                </a:solidFill>
              </a:rPr>
              <a:t>initial 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ysClr val="windowText" lastClr="000000"/>
                </a:solidFill>
              </a:rPr>
              <a:t>goal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4809821" y="304456"/>
            <a:ext cx="481213" cy="659080"/>
            <a:chOff x="1039333" y="3577640"/>
            <a:chExt cx="752520" cy="959481"/>
          </a:xfrm>
        </p:grpSpPr>
        <p:sp>
          <p:nvSpPr>
            <p:cNvPr id="128" name="任意多边形 127"/>
            <p:cNvSpPr/>
            <p:nvPr/>
          </p:nvSpPr>
          <p:spPr>
            <a:xfrm>
              <a:off x="1039333" y="3581102"/>
              <a:ext cx="752519" cy="956019"/>
            </a:xfrm>
            <a:custGeom>
              <a:avLst/>
              <a:gdLst>
                <a:gd name="connsiteX0" fmla="*/ 0 w 791852"/>
                <a:gd name="connsiteY0" fmla="*/ 0 h 956019"/>
                <a:gd name="connsiteX1" fmla="*/ 461564 w 791852"/>
                <a:gd name="connsiteY1" fmla="*/ 0 h 956019"/>
                <a:gd name="connsiteX2" fmla="*/ 627753 w 791852"/>
                <a:gd name="connsiteY2" fmla="*/ 160963 h 956019"/>
                <a:gd name="connsiteX3" fmla="*/ 791852 w 791852"/>
                <a:gd name="connsiteY3" fmla="*/ 330288 h 956019"/>
                <a:gd name="connsiteX4" fmla="*/ 791852 w 791852"/>
                <a:gd name="connsiteY4" fmla="*/ 956019 h 956019"/>
                <a:gd name="connsiteX5" fmla="*/ 0 w 791852"/>
                <a:gd name="connsiteY5" fmla="*/ 956019 h 956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1852" h="956019">
                  <a:moveTo>
                    <a:pt x="0" y="0"/>
                  </a:moveTo>
                  <a:lnTo>
                    <a:pt x="461564" y="0"/>
                  </a:lnTo>
                  <a:lnTo>
                    <a:pt x="627753" y="160963"/>
                  </a:lnTo>
                  <a:lnTo>
                    <a:pt x="791852" y="330288"/>
                  </a:lnTo>
                  <a:lnTo>
                    <a:pt x="791852" y="956019"/>
                  </a:lnTo>
                  <a:lnTo>
                    <a:pt x="0" y="95601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rgbClr val="5B9BD5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16000" bIns="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accent1">
                      <a:lumMod val="75000"/>
                    </a:schemeClr>
                  </a:solidFill>
                </a:rPr>
                <a:t>&lt;/&gt;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1461565" y="3577640"/>
              <a:ext cx="330288" cy="330288"/>
            </a:xfrm>
            <a:custGeom>
              <a:avLst/>
              <a:gdLst>
                <a:gd name="connsiteX0" fmla="*/ 0 w 200660"/>
                <a:gd name="connsiteY0" fmla="*/ 0 h 200660"/>
                <a:gd name="connsiteX1" fmla="*/ 200660 w 200660"/>
                <a:gd name="connsiteY1" fmla="*/ 0 h 200660"/>
                <a:gd name="connsiteX2" fmla="*/ 200660 w 200660"/>
                <a:gd name="connsiteY2" fmla="*/ 200660 h 200660"/>
                <a:gd name="connsiteX3" fmla="*/ 0 w 200660"/>
                <a:gd name="connsiteY3" fmla="*/ 200660 h 200660"/>
                <a:gd name="connsiteX4" fmla="*/ 0 w 200660"/>
                <a:gd name="connsiteY4" fmla="*/ 0 h 200660"/>
                <a:gd name="connsiteX0" fmla="*/ 0 w 200660"/>
                <a:gd name="connsiteY0" fmla="*/ 0 h 200660"/>
                <a:gd name="connsiteX1" fmla="*/ 99695 w 200660"/>
                <a:gd name="connsiteY1" fmla="*/ 102870 h 200660"/>
                <a:gd name="connsiteX2" fmla="*/ 200660 w 200660"/>
                <a:gd name="connsiteY2" fmla="*/ 200660 h 200660"/>
                <a:gd name="connsiteX3" fmla="*/ 0 w 200660"/>
                <a:gd name="connsiteY3" fmla="*/ 200660 h 200660"/>
                <a:gd name="connsiteX4" fmla="*/ 0 w 200660"/>
                <a:gd name="connsiteY4" fmla="*/ 0 h 20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660" h="200660">
                  <a:moveTo>
                    <a:pt x="0" y="0"/>
                  </a:moveTo>
                  <a:lnTo>
                    <a:pt x="99695" y="102870"/>
                  </a:lnTo>
                  <a:lnTo>
                    <a:pt x="200660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5B9BD5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grpSp>
        <p:nvGrpSpPr>
          <p:cNvPr id="130" name="组合 129"/>
          <p:cNvGrpSpPr/>
          <p:nvPr/>
        </p:nvGrpSpPr>
        <p:grpSpPr>
          <a:xfrm>
            <a:off x="4809821" y="1826722"/>
            <a:ext cx="481213" cy="659080"/>
            <a:chOff x="1039333" y="3577640"/>
            <a:chExt cx="752520" cy="959481"/>
          </a:xfrm>
        </p:grpSpPr>
        <p:sp>
          <p:nvSpPr>
            <p:cNvPr id="131" name="任意多边形 130"/>
            <p:cNvSpPr/>
            <p:nvPr/>
          </p:nvSpPr>
          <p:spPr>
            <a:xfrm>
              <a:off x="1039333" y="3581102"/>
              <a:ext cx="752519" cy="956019"/>
            </a:xfrm>
            <a:custGeom>
              <a:avLst/>
              <a:gdLst>
                <a:gd name="connsiteX0" fmla="*/ 0 w 791852"/>
                <a:gd name="connsiteY0" fmla="*/ 0 h 956019"/>
                <a:gd name="connsiteX1" fmla="*/ 461564 w 791852"/>
                <a:gd name="connsiteY1" fmla="*/ 0 h 956019"/>
                <a:gd name="connsiteX2" fmla="*/ 627753 w 791852"/>
                <a:gd name="connsiteY2" fmla="*/ 160963 h 956019"/>
                <a:gd name="connsiteX3" fmla="*/ 791852 w 791852"/>
                <a:gd name="connsiteY3" fmla="*/ 330288 h 956019"/>
                <a:gd name="connsiteX4" fmla="*/ 791852 w 791852"/>
                <a:gd name="connsiteY4" fmla="*/ 956019 h 956019"/>
                <a:gd name="connsiteX5" fmla="*/ 0 w 791852"/>
                <a:gd name="connsiteY5" fmla="*/ 956019 h 956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1852" h="956019">
                  <a:moveTo>
                    <a:pt x="0" y="0"/>
                  </a:moveTo>
                  <a:lnTo>
                    <a:pt x="461564" y="0"/>
                  </a:lnTo>
                  <a:lnTo>
                    <a:pt x="627753" y="160963"/>
                  </a:lnTo>
                  <a:lnTo>
                    <a:pt x="791852" y="330288"/>
                  </a:lnTo>
                  <a:lnTo>
                    <a:pt x="791852" y="956019"/>
                  </a:lnTo>
                  <a:lnTo>
                    <a:pt x="0" y="95601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rgbClr val="5B9BD5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16000" bIns="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accent1">
                      <a:lumMod val="75000"/>
                    </a:schemeClr>
                  </a:solidFill>
                </a:rPr>
                <a:t>&lt;/&gt;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32" name="矩形 125"/>
            <p:cNvSpPr/>
            <p:nvPr/>
          </p:nvSpPr>
          <p:spPr>
            <a:xfrm>
              <a:off x="1461565" y="3577640"/>
              <a:ext cx="330288" cy="330288"/>
            </a:xfrm>
            <a:custGeom>
              <a:avLst/>
              <a:gdLst>
                <a:gd name="connsiteX0" fmla="*/ 0 w 200660"/>
                <a:gd name="connsiteY0" fmla="*/ 0 h 200660"/>
                <a:gd name="connsiteX1" fmla="*/ 200660 w 200660"/>
                <a:gd name="connsiteY1" fmla="*/ 0 h 200660"/>
                <a:gd name="connsiteX2" fmla="*/ 200660 w 200660"/>
                <a:gd name="connsiteY2" fmla="*/ 200660 h 200660"/>
                <a:gd name="connsiteX3" fmla="*/ 0 w 200660"/>
                <a:gd name="connsiteY3" fmla="*/ 200660 h 200660"/>
                <a:gd name="connsiteX4" fmla="*/ 0 w 200660"/>
                <a:gd name="connsiteY4" fmla="*/ 0 h 200660"/>
                <a:gd name="connsiteX0" fmla="*/ 0 w 200660"/>
                <a:gd name="connsiteY0" fmla="*/ 0 h 200660"/>
                <a:gd name="connsiteX1" fmla="*/ 99695 w 200660"/>
                <a:gd name="connsiteY1" fmla="*/ 102870 h 200660"/>
                <a:gd name="connsiteX2" fmla="*/ 200660 w 200660"/>
                <a:gd name="connsiteY2" fmla="*/ 200660 h 200660"/>
                <a:gd name="connsiteX3" fmla="*/ 0 w 200660"/>
                <a:gd name="connsiteY3" fmla="*/ 200660 h 200660"/>
                <a:gd name="connsiteX4" fmla="*/ 0 w 200660"/>
                <a:gd name="connsiteY4" fmla="*/ 0 h 20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660" h="200660">
                  <a:moveTo>
                    <a:pt x="0" y="0"/>
                  </a:moveTo>
                  <a:lnTo>
                    <a:pt x="99695" y="102870"/>
                  </a:lnTo>
                  <a:lnTo>
                    <a:pt x="200660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5B9BD5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sp>
        <p:nvSpPr>
          <p:cNvPr id="133" name="矩形 132"/>
          <p:cNvSpPr/>
          <p:nvPr/>
        </p:nvSpPr>
        <p:spPr>
          <a:xfrm>
            <a:off x="5243369" y="448786"/>
            <a:ext cx="1369286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dirty="0" err="1">
                <a:solidFill>
                  <a:sysClr val="windowText" lastClr="000000"/>
                </a:solidFill>
              </a:rPr>
              <a:t>pddl</a:t>
            </a:r>
            <a:r>
              <a:rPr lang="en-US" altLang="zh-CN" dirty="0">
                <a:solidFill>
                  <a:sysClr val="windowText" lastClr="000000"/>
                </a:solidFill>
              </a:rPr>
              <a:t> domain</a:t>
            </a:r>
          </a:p>
        </p:txBody>
      </p:sp>
      <p:sp>
        <p:nvSpPr>
          <p:cNvPr id="135" name="矩形 134"/>
          <p:cNvSpPr/>
          <p:nvPr/>
        </p:nvSpPr>
        <p:spPr>
          <a:xfrm>
            <a:off x="5244813" y="1909914"/>
            <a:ext cx="1540293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dirty="0" err="1">
                <a:solidFill>
                  <a:sysClr val="windowText" lastClr="000000"/>
                </a:solidFill>
              </a:rPr>
              <a:t>pddl</a:t>
            </a:r>
            <a:r>
              <a:rPr lang="en-US" altLang="zh-CN" dirty="0">
                <a:solidFill>
                  <a:sysClr val="windowText" lastClr="000000"/>
                </a:solidFill>
              </a:rPr>
              <a:t> problems</a:t>
            </a:r>
          </a:p>
        </p:txBody>
      </p:sp>
    </p:spTree>
    <p:extLst>
      <p:ext uri="{BB962C8B-B14F-4D97-AF65-F5344CB8AC3E}">
        <p14:creationId xmlns:p14="http://schemas.microsoft.com/office/powerpoint/2010/main" val="396664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弧形 4"/>
          <p:cNvSpPr/>
          <p:nvPr/>
        </p:nvSpPr>
        <p:spPr>
          <a:xfrm rot="5400000" flipH="1">
            <a:off x="2277080" y="820234"/>
            <a:ext cx="1287424" cy="1683593"/>
          </a:xfrm>
          <a:custGeom>
            <a:avLst/>
            <a:gdLst>
              <a:gd name="connsiteX0" fmla="*/ 793297 w 1586594"/>
              <a:gd name="connsiteY0" fmla="*/ 0 h 918525"/>
              <a:gd name="connsiteX1" fmla="*/ 1586594 w 1586594"/>
              <a:gd name="connsiteY1" fmla="*/ 459263 h 918525"/>
              <a:gd name="connsiteX2" fmla="*/ 793297 w 1586594"/>
              <a:gd name="connsiteY2" fmla="*/ 459263 h 918525"/>
              <a:gd name="connsiteX3" fmla="*/ 793297 w 1586594"/>
              <a:gd name="connsiteY3" fmla="*/ 0 h 918525"/>
              <a:gd name="connsiteX0" fmla="*/ 793297 w 1586594"/>
              <a:gd name="connsiteY0" fmla="*/ 0 h 918525"/>
              <a:gd name="connsiteX1" fmla="*/ 1586594 w 1586594"/>
              <a:gd name="connsiteY1" fmla="*/ 459263 h 918525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66017 w 966017"/>
              <a:gd name="connsiteY1" fmla="*/ 941860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66017 w 966017"/>
              <a:gd name="connsiteY1" fmla="*/ 941860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6623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6623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29078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29078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83949 w 977246"/>
              <a:gd name="connsiteY0" fmla="*/ 416656 h 875919"/>
              <a:gd name="connsiteX1" fmla="*/ 977246 w 977246"/>
              <a:gd name="connsiteY1" fmla="*/ 875919 h 875919"/>
              <a:gd name="connsiteX2" fmla="*/ 183949 w 977246"/>
              <a:gd name="connsiteY2" fmla="*/ 875919 h 875919"/>
              <a:gd name="connsiteX3" fmla="*/ 183949 w 977246"/>
              <a:gd name="connsiteY3" fmla="*/ 416656 h 875919"/>
              <a:gd name="connsiteX0" fmla="*/ 0 w 977246"/>
              <a:gd name="connsiteY0" fmla="*/ 0 h 875919"/>
              <a:gd name="connsiteX1" fmla="*/ 925154 w 977246"/>
              <a:gd name="connsiteY1" fmla="*/ 855605 h 8759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77246" h="875919" stroke="0" extrusionOk="0">
                <a:moveTo>
                  <a:pt x="183949" y="416656"/>
                </a:moveTo>
                <a:cubicBezTo>
                  <a:pt x="622075" y="416656"/>
                  <a:pt x="977246" y="622275"/>
                  <a:pt x="977246" y="875919"/>
                </a:cubicBezTo>
                <a:lnTo>
                  <a:pt x="183949" y="875919"/>
                </a:lnTo>
                <a:lnTo>
                  <a:pt x="183949" y="416656"/>
                </a:lnTo>
                <a:close/>
              </a:path>
              <a:path w="977246" h="875919" fill="none">
                <a:moveTo>
                  <a:pt x="0" y="0"/>
                </a:moveTo>
                <a:cubicBezTo>
                  <a:pt x="60558" y="590815"/>
                  <a:pt x="642930" y="458299"/>
                  <a:pt x="925154" y="855605"/>
                </a:cubicBezTo>
              </a:path>
            </a:pathLst>
          </a:custGeom>
          <a:ln w="28575">
            <a:solidFill>
              <a:schemeClr val="accent1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7" name="弧形 4"/>
          <p:cNvSpPr/>
          <p:nvPr/>
        </p:nvSpPr>
        <p:spPr>
          <a:xfrm rot="5400000" flipH="1">
            <a:off x="3731842" y="-615935"/>
            <a:ext cx="1347501" cy="4538367"/>
          </a:xfrm>
          <a:custGeom>
            <a:avLst/>
            <a:gdLst>
              <a:gd name="connsiteX0" fmla="*/ 793297 w 1586594"/>
              <a:gd name="connsiteY0" fmla="*/ 0 h 918525"/>
              <a:gd name="connsiteX1" fmla="*/ 1586594 w 1586594"/>
              <a:gd name="connsiteY1" fmla="*/ 459263 h 918525"/>
              <a:gd name="connsiteX2" fmla="*/ 793297 w 1586594"/>
              <a:gd name="connsiteY2" fmla="*/ 459263 h 918525"/>
              <a:gd name="connsiteX3" fmla="*/ 793297 w 1586594"/>
              <a:gd name="connsiteY3" fmla="*/ 0 h 918525"/>
              <a:gd name="connsiteX0" fmla="*/ 793297 w 1586594"/>
              <a:gd name="connsiteY0" fmla="*/ 0 h 918525"/>
              <a:gd name="connsiteX1" fmla="*/ 1586594 w 1586594"/>
              <a:gd name="connsiteY1" fmla="*/ 459263 h 918525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66017 w 966017"/>
              <a:gd name="connsiteY1" fmla="*/ 941860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66017 w 966017"/>
              <a:gd name="connsiteY1" fmla="*/ 941860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6623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6623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29078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29078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1949615"/>
              <a:gd name="connsiteX1" fmla="*/ 984958 w 984958"/>
              <a:gd name="connsiteY1" fmla="*/ 918206 h 1949615"/>
              <a:gd name="connsiteX2" fmla="*/ 191661 w 984958"/>
              <a:gd name="connsiteY2" fmla="*/ 918206 h 1949615"/>
              <a:gd name="connsiteX3" fmla="*/ 191661 w 984958"/>
              <a:gd name="connsiteY3" fmla="*/ 458943 h 1949615"/>
              <a:gd name="connsiteX0" fmla="*/ 0 w 984958"/>
              <a:gd name="connsiteY0" fmla="*/ 0 h 1949615"/>
              <a:gd name="connsiteX1" fmla="*/ 940442 w 984958"/>
              <a:gd name="connsiteY1" fmla="*/ 1949615 h 1949615"/>
              <a:gd name="connsiteX0" fmla="*/ 191661 w 984958"/>
              <a:gd name="connsiteY0" fmla="*/ 458943 h 1949615"/>
              <a:gd name="connsiteX1" fmla="*/ 984958 w 984958"/>
              <a:gd name="connsiteY1" fmla="*/ 918206 h 1949615"/>
              <a:gd name="connsiteX2" fmla="*/ 191661 w 984958"/>
              <a:gd name="connsiteY2" fmla="*/ 918206 h 1949615"/>
              <a:gd name="connsiteX3" fmla="*/ 191661 w 984958"/>
              <a:gd name="connsiteY3" fmla="*/ 458943 h 1949615"/>
              <a:gd name="connsiteX0" fmla="*/ 0 w 984958"/>
              <a:gd name="connsiteY0" fmla="*/ 0 h 1949615"/>
              <a:gd name="connsiteX1" fmla="*/ 940442 w 984958"/>
              <a:gd name="connsiteY1" fmla="*/ 1949615 h 1949615"/>
              <a:gd name="connsiteX0" fmla="*/ 191740 w 985037"/>
              <a:gd name="connsiteY0" fmla="*/ 458943 h 1949615"/>
              <a:gd name="connsiteX1" fmla="*/ 985037 w 985037"/>
              <a:gd name="connsiteY1" fmla="*/ 918206 h 1949615"/>
              <a:gd name="connsiteX2" fmla="*/ 191740 w 985037"/>
              <a:gd name="connsiteY2" fmla="*/ 918206 h 1949615"/>
              <a:gd name="connsiteX3" fmla="*/ 191740 w 985037"/>
              <a:gd name="connsiteY3" fmla="*/ 458943 h 1949615"/>
              <a:gd name="connsiteX0" fmla="*/ 79 w 985037"/>
              <a:gd name="connsiteY0" fmla="*/ 0 h 1949615"/>
              <a:gd name="connsiteX1" fmla="*/ 940521 w 985037"/>
              <a:gd name="connsiteY1" fmla="*/ 1949615 h 1949615"/>
              <a:gd name="connsiteX0" fmla="*/ 191661 w 984958"/>
              <a:gd name="connsiteY0" fmla="*/ 458943 h 1949615"/>
              <a:gd name="connsiteX1" fmla="*/ 984958 w 984958"/>
              <a:gd name="connsiteY1" fmla="*/ 918206 h 1949615"/>
              <a:gd name="connsiteX2" fmla="*/ 191661 w 984958"/>
              <a:gd name="connsiteY2" fmla="*/ 918206 h 1949615"/>
              <a:gd name="connsiteX3" fmla="*/ 191661 w 984958"/>
              <a:gd name="connsiteY3" fmla="*/ 458943 h 1949615"/>
              <a:gd name="connsiteX0" fmla="*/ 0 w 984958"/>
              <a:gd name="connsiteY0" fmla="*/ 0 h 1949615"/>
              <a:gd name="connsiteX1" fmla="*/ 940442 w 984958"/>
              <a:gd name="connsiteY1" fmla="*/ 1949615 h 1949615"/>
              <a:gd name="connsiteX0" fmla="*/ 177029 w 970326"/>
              <a:gd name="connsiteY0" fmla="*/ 407938 h 1898610"/>
              <a:gd name="connsiteX1" fmla="*/ 970326 w 970326"/>
              <a:gd name="connsiteY1" fmla="*/ 867201 h 1898610"/>
              <a:gd name="connsiteX2" fmla="*/ 177029 w 970326"/>
              <a:gd name="connsiteY2" fmla="*/ 867201 h 1898610"/>
              <a:gd name="connsiteX3" fmla="*/ 177029 w 970326"/>
              <a:gd name="connsiteY3" fmla="*/ 407938 h 1898610"/>
              <a:gd name="connsiteX0" fmla="*/ 0 w 970326"/>
              <a:gd name="connsiteY0" fmla="*/ 0 h 1898610"/>
              <a:gd name="connsiteX1" fmla="*/ 925810 w 970326"/>
              <a:gd name="connsiteY1" fmla="*/ 1898610 h 1898610"/>
              <a:gd name="connsiteX0" fmla="*/ 177029 w 970326"/>
              <a:gd name="connsiteY0" fmla="*/ 407938 h 1898610"/>
              <a:gd name="connsiteX1" fmla="*/ 970326 w 970326"/>
              <a:gd name="connsiteY1" fmla="*/ 867201 h 1898610"/>
              <a:gd name="connsiteX2" fmla="*/ 177029 w 970326"/>
              <a:gd name="connsiteY2" fmla="*/ 867201 h 1898610"/>
              <a:gd name="connsiteX3" fmla="*/ 177029 w 970326"/>
              <a:gd name="connsiteY3" fmla="*/ 407938 h 1898610"/>
              <a:gd name="connsiteX0" fmla="*/ 0 w 970326"/>
              <a:gd name="connsiteY0" fmla="*/ 0 h 1898610"/>
              <a:gd name="connsiteX1" fmla="*/ 925810 w 970326"/>
              <a:gd name="connsiteY1" fmla="*/ 1898610 h 1898610"/>
              <a:gd name="connsiteX0" fmla="*/ 177029 w 970326"/>
              <a:gd name="connsiteY0" fmla="*/ 407938 h 1898610"/>
              <a:gd name="connsiteX1" fmla="*/ 970326 w 970326"/>
              <a:gd name="connsiteY1" fmla="*/ 867201 h 1898610"/>
              <a:gd name="connsiteX2" fmla="*/ 177029 w 970326"/>
              <a:gd name="connsiteY2" fmla="*/ 867201 h 1898610"/>
              <a:gd name="connsiteX3" fmla="*/ 177029 w 970326"/>
              <a:gd name="connsiteY3" fmla="*/ 407938 h 1898610"/>
              <a:gd name="connsiteX0" fmla="*/ 0 w 970326"/>
              <a:gd name="connsiteY0" fmla="*/ 0 h 1898610"/>
              <a:gd name="connsiteX1" fmla="*/ 925810 w 970326"/>
              <a:gd name="connsiteY1" fmla="*/ 1898610 h 1898610"/>
              <a:gd name="connsiteX0" fmla="*/ 177029 w 970326"/>
              <a:gd name="connsiteY0" fmla="*/ 407938 h 1898610"/>
              <a:gd name="connsiteX1" fmla="*/ 970326 w 970326"/>
              <a:gd name="connsiteY1" fmla="*/ 867201 h 1898610"/>
              <a:gd name="connsiteX2" fmla="*/ 177029 w 970326"/>
              <a:gd name="connsiteY2" fmla="*/ 867201 h 1898610"/>
              <a:gd name="connsiteX3" fmla="*/ 177029 w 970326"/>
              <a:gd name="connsiteY3" fmla="*/ 407938 h 1898610"/>
              <a:gd name="connsiteX0" fmla="*/ 0 w 970326"/>
              <a:gd name="connsiteY0" fmla="*/ 0 h 1898610"/>
              <a:gd name="connsiteX1" fmla="*/ 925810 w 970326"/>
              <a:gd name="connsiteY1" fmla="*/ 1898610 h 1898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70326" h="1898610" stroke="0" extrusionOk="0">
                <a:moveTo>
                  <a:pt x="177029" y="407938"/>
                </a:moveTo>
                <a:cubicBezTo>
                  <a:pt x="615155" y="407938"/>
                  <a:pt x="970326" y="613557"/>
                  <a:pt x="970326" y="867201"/>
                </a:cubicBezTo>
                <a:lnTo>
                  <a:pt x="177029" y="867201"/>
                </a:lnTo>
                <a:lnTo>
                  <a:pt x="177029" y="407938"/>
                </a:lnTo>
                <a:close/>
              </a:path>
              <a:path w="970326" h="1898610" fill="none">
                <a:moveTo>
                  <a:pt x="0" y="0"/>
                </a:moveTo>
                <a:cubicBezTo>
                  <a:pt x="90307" y="487872"/>
                  <a:pt x="689083" y="1305100"/>
                  <a:pt x="925810" y="1898610"/>
                </a:cubicBezTo>
              </a:path>
            </a:pathLst>
          </a:custGeom>
          <a:ln w="28575">
            <a:solidFill>
              <a:schemeClr val="accent1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8" name="弧形 4"/>
          <p:cNvSpPr/>
          <p:nvPr/>
        </p:nvSpPr>
        <p:spPr>
          <a:xfrm rot="5400000" flipH="1">
            <a:off x="5155540" y="-2154275"/>
            <a:ext cx="1409834" cy="7613648"/>
          </a:xfrm>
          <a:custGeom>
            <a:avLst/>
            <a:gdLst>
              <a:gd name="connsiteX0" fmla="*/ 793297 w 1586594"/>
              <a:gd name="connsiteY0" fmla="*/ 0 h 918525"/>
              <a:gd name="connsiteX1" fmla="*/ 1586594 w 1586594"/>
              <a:gd name="connsiteY1" fmla="*/ 459263 h 918525"/>
              <a:gd name="connsiteX2" fmla="*/ 793297 w 1586594"/>
              <a:gd name="connsiteY2" fmla="*/ 459263 h 918525"/>
              <a:gd name="connsiteX3" fmla="*/ 793297 w 1586594"/>
              <a:gd name="connsiteY3" fmla="*/ 0 h 918525"/>
              <a:gd name="connsiteX0" fmla="*/ 793297 w 1586594"/>
              <a:gd name="connsiteY0" fmla="*/ 0 h 918525"/>
              <a:gd name="connsiteX1" fmla="*/ 1586594 w 1586594"/>
              <a:gd name="connsiteY1" fmla="*/ 459263 h 918525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66017 w 966017"/>
              <a:gd name="connsiteY1" fmla="*/ 941860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66017 w 966017"/>
              <a:gd name="connsiteY1" fmla="*/ 941860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6623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6623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72720 w 966017"/>
              <a:gd name="connsiteY0" fmla="*/ 482597 h 941860"/>
              <a:gd name="connsiteX1" fmla="*/ 966017 w 966017"/>
              <a:gd name="connsiteY1" fmla="*/ 941860 h 941860"/>
              <a:gd name="connsiteX2" fmla="*/ 172720 w 966017"/>
              <a:gd name="connsiteY2" fmla="*/ 941860 h 941860"/>
              <a:gd name="connsiteX3" fmla="*/ 172720 w 966017"/>
              <a:gd name="connsiteY3" fmla="*/ 482597 h 941860"/>
              <a:gd name="connsiteX0" fmla="*/ 0 w 966017"/>
              <a:gd name="connsiteY0" fmla="*/ 0 h 941860"/>
              <a:gd name="connsiteX1" fmla="*/ 910137 w 966017"/>
              <a:gd name="connsiteY1" fmla="*/ 921546 h 941860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29078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29078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918206"/>
              <a:gd name="connsiteX1" fmla="*/ 984958 w 984958"/>
              <a:gd name="connsiteY1" fmla="*/ 918206 h 918206"/>
              <a:gd name="connsiteX2" fmla="*/ 191661 w 984958"/>
              <a:gd name="connsiteY2" fmla="*/ 918206 h 918206"/>
              <a:gd name="connsiteX3" fmla="*/ 191661 w 984958"/>
              <a:gd name="connsiteY3" fmla="*/ 458943 h 918206"/>
              <a:gd name="connsiteX0" fmla="*/ 0 w 984958"/>
              <a:gd name="connsiteY0" fmla="*/ 0 h 918206"/>
              <a:gd name="connsiteX1" fmla="*/ 932866 w 984958"/>
              <a:gd name="connsiteY1" fmla="*/ 897892 h 918206"/>
              <a:gd name="connsiteX0" fmla="*/ 191661 w 984958"/>
              <a:gd name="connsiteY0" fmla="*/ 458943 h 2903079"/>
              <a:gd name="connsiteX1" fmla="*/ 984958 w 984958"/>
              <a:gd name="connsiteY1" fmla="*/ 918206 h 2903079"/>
              <a:gd name="connsiteX2" fmla="*/ 191661 w 984958"/>
              <a:gd name="connsiteY2" fmla="*/ 918206 h 2903079"/>
              <a:gd name="connsiteX3" fmla="*/ 191661 w 984958"/>
              <a:gd name="connsiteY3" fmla="*/ 458943 h 2903079"/>
              <a:gd name="connsiteX0" fmla="*/ 0 w 984958"/>
              <a:gd name="connsiteY0" fmla="*/ 0 h 2903079"/>
              <a:gd name="connsiteX1" fmla="*/ 948018 w 984958"/>
              <a:gd name="connsiteY1" fmla="*/ 2903079 h 2903079"/>
              <a:gd name="connsiteX0" fmla="*/ 191661 w 984958"/>
              <a:gd name="connsiteY0" fmla="*/ 458943 h 3008615"/>
              <a:gd name="connsiteX1" fmla="*/ 984958 w 984958"/>
              <a:gd name="connsiteY1" fmla="*/ 918206 h 3008615"/>
              <a:gd name="connsiteX2" fmla="*/ 191661 w 984958"/>
              <a:gd name="connsiteY2" fmla="*/ 918206 h 3008615"/>
              <a:gd name="connsiteX3" fmla="*/ 191661 w 984958"/>
              <a:gd name="connsiteY3" fmla="*/ 458943 h 3008615"/>
              <a:gd name="connsiteX0" fmla="*/ 0 w 984958"/>
              <a:gd name="connsiteY0" fmla="*/ 0 h 3008615"/>
              <a:gd name="connsiteX1" fmla="*/ 948018 w 984958"/>
              <a:gd name="connsiteY1" fmla="*/ 3008615 h 3008615"/>
              <a:gd name="connsiteX0" fmla="*/ 191661 w 984958"/>
              <a:gd name="connsiteY0" fmla="*/ 458943 h 3008615"/>
              <a:gd name="connsiteX1" fmla="*/ 984958 w 984958"/>
              <a:gd name="connsiteY1" fmla="*/ 918206 h 3008615"/>
              <a:gd name="connsiteX2" fmla="*/ 191661 w 984958"/>
              <a:gd name="connsiteY2" fmla="*/ 918206 h 3008615"/>
              <a:gd name="connsiteX3" fmla="*/ 191661 w 984958"/>
              <a:gd name="connsiteY3" fmla="*/ 458943 h 3008615"/>
              <a:gd name="connsiteX0" fmla="*/ 0 w 984958"/>
              <a:gd name="connsiteY0" fmla="*/ 0 h 3008615"/>
              <a:gd name="connsiteX1" fmla="*/ 948018 w 984958"/>
              <a:gd name="connsiteY1" fmla="*/ 3008615 h 3008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84958" h="3008615" stroke="0" extrusionOk="0">
                <a:moveTo>
                  <a:pt x="191661" y="458943"/>
                </a:moveTo>
                <a:cubicBezTo>
                  <a:pt x="629787" y="458943"/>
                  <a:pt x="984958" y="664562"/>
                  <a:pt x="984958" y="918206"/>
                </a:cubicBezTo>
                <a:lnTo>
                  <a:pt x="191661" y="918206"/>
                </a:lnTo>
                <a:lnTo>
                  <a:pt x="191661" y="458943"/>
                </a:lnTo>
                <a:close/>
              </a:path>
              <a:path w="984958" h="3008615" fill="none">
                <a:moveTo>
                  <a:pt x="0" y="0"/>
                </a:moveTo>
                <a:cubicBezTo>
                  <a:pt x="14285" y="220800"/>
                  <a:pt x="1175011" y="1182167"/>
                  <a:pt x="948018" y="3008615"/>
                </a:cubicBezTo>
              </a:path>
            </a:pathLst>
          </a:custGeom>
          <a:ln w="28575">
            <a:solidFill>
              <a:schemeClr val="accent1">
                <a:lumMod val="40000"/>
                <a:lumOff val="6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任意多边形 10"/>
          <p:cNvSpPr/>
          <p:nvPr/>
        </p:nvSpPr>
        <p:spPr>
          <a:xfrm>
            <a:off x="1752600" y="2573655"/>
            <a:ext cx="982980" cy="882015"/>
          </a:xfrm>
          <a:custGeom>
            <a:avLst/>
            <a:gdLst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9535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9535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93445 w 986790"/>
              <a:gd name="connsiteY0" fmla="*/ 0 h 882015"/>
              <a:gd name="connsiteX1" fmla="*/ 0 w 986790"/>
              <a:gd name="connsiteY1" fmla="*/ 855345 h 882015"/>
              <a:gd name="connsiteX2" fmla="*/ 60960 w 986790"/>
              <a:gd name="connsiteY2" fmla="*/ 882015 h 882015"/>
              <a:gd name="connsiteX3" fmla="*/ 986790 w 986790"/>
              <a:gd name="connsiteY3" fmla="*/ 440055 h 882015"/>
              <a:gd name="connsiteX4" fmla="*/ 893445 w 98679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980" h="882015">
                <a:moveTo>
                  <a:pt x="893445" y="0"/>
                </a:moveTo>
                <a:cubicBezTo>
                  <a:pt x="599440" y="484505"/>
                  <a:pt x="330200" y="363220"/>
                  <a:pt x="0" y="855345"/>
                </a:cubicBezTo>
                <a:lnTo>
                  <a:pt x="60960" y="882015"/>
                </a:lnTo>
                <a:cubicBezTo>
                  <a:pt x="341630" y="554990"/>
                  <a:pt x="555625" y="546100"/>
                  <a:pt x="982980" y="455295"/>
                </a:cubicBezTo>
                <a:lnTo>
                  <a:pt x="893445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587540" y="592318"/>
            <a:ext cx="1538432" cy="83887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80000"/>
              </a:lnSpc>
            </a:pPr>
            <a:endParaRPr lang="en-US" altLang="zh-CN" dirty="0">
              <a:solidFill>
                <a:sysClr val="windowText" lastClr="000000"/>
              </a:solidFill>
            </a:endParaRPr>
          </a:p>
        </p:txBody>
      </p:sp>
      <p:sp>
        <p:nvSpPr>
          <p:cNvPr id="37" name="弧形 36"/>
          <p:cNvSpPr/>
          <p:nvPr/>
        </p:nvSpPr>
        <p:spPr>
          <a:xfrm rot="900000" flipV="1">
            <a:off x="3099001" y="2429243"/>
            <a:ext cx="589880" cy="639773"/>
          </a:xfrm>
          <a:custGeom>
            <a:avLst/>
            <a:gdLst>
              <a:gd name="connsiteX0" fmla="*/ 457200 w 914400"/>
              <a:gd name="connsiteY0" fmla="*/ 0 h 1009042"/>
              <a:gd name="connsiteX1" fmla="*/ 914400 w 914400"/>
              <a:gd name="connsiteY1" fmla="*/ 504521 h 1009042"/>
              <a:gd name="connsiteX2" fmla="*/ 457200 w 914400"/>
              <a:gd name="connsiteY2" fmla="*/ 504521 h 1009042"/>
              <a:gd name="connsiteX3" fmla="*/ 457200 w 914400"/>
              <a:gd name="connsiteY3" fmla="*/ 0 h 1009042"/>
              <a:gd name="connsiteX0" fmla="*/ 457200 w 914400"/>
              <a:gd name="connsiteY0" fmla="*/ 0 h 1009042"/>
              <a:gd name="connsiteX1" fmla="*/ 914400 w 914400"/>
              <a:gd name="connsiteY1" fmla="*/ 504521 h 1009042"/>
              <a:gd name="connsiteX0" fmla="*/ 0 w 457200"/>
              <a:gd name="connsiteY0" fmla="*/ 0 h 504521"/>
              <a:gd name="connsiteX1" fmla="*/ 457200 w 457200"/>
              <a:gd name="connsiteY1" fmla="*/ 504521 h 504521"/>
              <a:gd name="connsiteX2" fmla="*/ 0 w 457200"/>
              <a:gd name="connsiteY2" fmla="*/ 504521 h 504521"/>
              <a:gd name="connsiteX3" fmla="*/ 0 w 457200"/>
              <a:gd name="connsiteY3" fmla="*/ 0 h 504521"/>
              <a:gd name="connsiteX0" fmla="*/ 0 w 457200"/>
              <a:gd name="connsiteY0" fmla="*/ 0 h 504521"/>
              <a:gd name="connsiteX1" fmla="*/ 457200 w 457200"/>
              <a:gd name="connsiteY1" fmla="*/ 504521 h 504521"/>
              <a:gd name="connsiteX0" fmla="*/ 93976 w 551176"/>
              <a:gd name="connsiteY0" fmla="*/ 17292 h 521813"/>
              <a:gd name="connsiteX1" fmla="*/ 551176 w 551176"/>
              <a:gd name="connsiteY1" fmla="*/ 521813 h 521813"/>
              <a:gd name="connsiteX2" fmla="*/ 93976 w 551176"/>
              <a:gd name="connsiteY2" fmla="*/ 521813 h 521813"/>
              <a:gd name="connsiteX3" fmla="*/ 93976 w 551176"/>
              <a:gd name="connsiteY3" fmla="*/ 17292 h 521813"/>
              <a:gd name="connsiteX0" fmla="*/ 0 w 551176"/>
              <a:gd name="connsiteY0" fmla="*/ 0 h 521813"/>
              <a:gd name="connsiteX1" fmla="*/ 551176 w 551176"/>
              <a:gd name="connsiteY1" fmla="*/ 521813 h 521813"/>
              <a:gd name="connsiteX0" fmla="*/ 93976 w 551176"/>
              <a:gd name="connsiteY0" fmla="*/ 17292 h 521813"/>
              <a:gd name="connsiteX1" fmla="*/ 551176 w 551176"/>
              <a:gd name="connsiteY1" fmla="*/ 521813 h 521813"/>
              <a:gd name="connsiteX2" fmla="*/ 93976 w 551176"/>
              <a:gd name="connsiteY2" fmla="*/ 521813 h 521813"/>
              <a:gd name="connsiteX3" fmla="*/ 93976 w 551176"/>
              <a:gd name="connsiteY3" fmla="*/ 17292 h 521813"/>
              <a:gd name="connsiteX0" fmla="*/ 0 w 551176"/>
              <a:gd name="connsiteY0" fmla="*/ 0 h 521813"/>
              <a:gd name="connsiteX1" fmla="*/ 551176 w 551176"/>
              <a:gd name="connsiteY1" fmla="*/ 521813 h 521813"/>
              <a:gd name="connsiteX0" fmla="*/ 93976 w 612488"/>
              <a:gd name="connsiteY0" fmla="*/ 17292 h 557964"/>
              <a:gd name="connsiteX1" fmla="*/ 551176 w 612488"/>
              <a:gd name="connsiteY1" fmla="*/ 521813 h 557964"/>
              <a:gd name="connsiteX2" fmla="*/ 93976 w 612488"/>
              <a:gd name="connsiteY2" fmla="*/ 521813 h 557964"/>
              <a:gd name="connsiteX3" fmla="*/ 93976 w 612488"/>
              <a:gd name="connsiteY3" fmla="*/ 17292 h 557964"/>
              <a:gd name="connsiteX0" fmla="*/ 0 w 612488"/>
              <a:gd name="connsiteY0" fmla="*/ 0 h 557964"/>
              <a:gd name="connsiteX1" fmla="*/ 612488 w 612488"/>
              <a:gd name="connsiteY1" fmla="*/ 557964 h 557964"/>
              <a:gd name="connsiteX0" fmla="*/ 93976 w 612488"/>
              <a:gd name="connsiteY0" fmla="*/ 17292 h 557964"/>
              <a:gd name="connsiteX1" fmla="*/ 551176 w 612488"/>
              <a:gd name="connsiteY1" fmla="*/ 521813 h 557964"/>
              <a:gd name="connsiteX2" fmla="*/ 93976 w 612488"/>
              <a:gd name="connsiteY2" fmla="*/ 521813 h 557964"/>
              <a:gd name="connsiteX3" fmla="*/ 93976 w 612488"/>
              <a:gd name="connsiteY3" fmla="*/ 17292 h 557964"/>
              <a:gd name="connsiteX0" fmla="*/ 0 w 612488"/>
              <a:gd name="connsiteY0" fmla="*/ 0 h 557964"/>
              <a:gd name="connsiteX1" fmla="*/ 612488 w 612488"/>
              <a:gd name="connsiteY1" fmla="*/ 557964 h 557964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156 w 632668"/>
              <a:gd name="connsiteY0" fmla="*/ 0 h 540672"/>
              <a:gd name="connsiteX1" fmla="*/ 571356 w 632668"/>
              <a:gd name="connsiteY1" fmla="*/ 504521 h 540672"/>
              <a:gd name="connsiteX2" fmla="*/ 114156 w 632668"/>
              <a:gd name="connsiteY2" fmla="*/ 504521 h 540672"/>
              <a:gd name="connsiteX3" fmla="*/ 114156 w 632668"/>
              <a:gd name="connsiteY3" fmla="*/ 0 h 540672"/>
              <a:gd name="connsiteX0" fmla="*/ 0 w 632668"/>
              <a:gd name="connsiteY0" fmla="*/ 28579 h 540672"/>
              <a:gd name="connsiteX1" fmla="*/ 632668 w 632668"/>
              <a:gd name="connsiteY1" fmla="*/ 540672 h 540672"/>
              <a:gd name="connsiteX0" fmla="*/ 114156 w 590337"/>
              <a:gd name="connsiteY0" fmla="*/ 0 h 639773"/>
              <a:gd name="connsiteX1" fmla="*/ 571356 w 590337"/>
              <a:gd name="connsiteY1" fmla="*/ 504521 h 639773"/>
              <a:gd name="connsiteX2" fmla="*/ 114156 w 590337"/>
              <a:gd name="connsiteY2" fmla="*/ 504521 h 639773"/>
              <a:gd name="connsiteX3" fmla="*/ 114156 w 590337"/>
              <a:gd name="connsiteY3" fmla="*/ 0 h 639773"/>
              <a:gd name="connsiteX0" fmla="*/ 0 w 590337"/>
              <a:gd name="connsiteY0" fmla="*/ 28579 h 639773"/>
              <a:gd name="connsiteX1" fmla="*/ 590337 w 590337"/>
              <a:gd name="connsiteY1" fmla="*/ 639773 h 639773"/>
              <a:gd name="connsiteX0" fmla="*/ 102394 w 578575"/>
              <a:gd name="connsiteY0" fmla="*/ 0 h 639773"/>
              <a:gd name="connsiteX1" fmla="*/ 559594 w 578575"/>
              <a:gd name="connsiteY1" fmla="*/ 504521 h 639773"/>
              <a:gd name="connsiteX2" fmla="*/ 102394 w 578575"/>
              <a:gd name="connsiteY2" fmla="*/ 504521 h 639773"/>
              <a:gd name="connsiteX3" fmla="*/ 102394 w 578575"/>
              <a:gd name="connsiteY3" fmla="*/ 0 h 639773"/>
              <a:gd name="connsiteX0" fmla="*/ 0 w 578575"/>
              <a:gd name="connsiteY0" fmla="*/ 43563 h 639773"/>
              <a:gd name="connsiteX1" fmla="*/ 578575 w 578575"/>
              <a:gd name="connsiteY1" fmla="*/ 639773 h 639773"/>
              <a:gd name="connsiteX0" fmla="*/ 113699 w 589880"/>
              <a:gd name="connsiteY0" fmla="*/ 0 h 639773"/>
              <a:gd name="connsiteX1" fmla="*/ 570899 w 589880"/>
              <a:gd name="connsiteY1" fmla="*/ 504521 h 639773"/>
              <a:gd name="connsiteX2" fmla="*/ 113699 w 589880"/>
              <a:gd name="connsiteY2" fmla="*/ 504521 h 639773"/>
              <a:gd name="connsiteX3" fmla="*/ 113699 w 589880"/>
              <a:gd name="connsiteY3" fmla="*/ 0 h 639773"/>
              <a:gd name="connsiteX0" fmla="*/ 0 w 589880"/>
              <a:gd name="connsiteY0" fmla="*/ 56311 h 639773"/>
              <a:gd name="connsiteX1" fmla="*/ 589880 w 589880"/>
              <a:gd name="connsiteY1" fmla="*/ 639773 h 63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9880" h="639773" stroke="0" extrusionOk="0">
                <a:moveTo>
                  <a:pt x="113699" y="0"/>
                </a:moveTo>
                <a:cubicBezTo>
                  <a:pt x="347063" y="203925"/>
                  <a:pt x="570899" y="225882"/>
                  <a:pt x="570899" y="504521"/>
                </a:cubicBezTo>
                <a:lnTo>
                  <a:pt x="113699" y="504521"/>
                </a:lnTo>
                <a:lnTo>
                  <a:pt x="113699" y="0"/>
                </a:lnTo>
                <a:close/>
              </a:path>
              <a:path w="589880" h="639773" fill="none">
                <a:moveTo>
                  <a:pt x="0" y="56311"/>
                </a:moveTo>
                <a:cubicBezTo>
                  <a:pt x="251041" y="253139"/>
                  <a:pt x="191945" y="447783"/>
                  <a:pt x="589880" y="639773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矩形 108"/>
          <p:cNvSpPr/>
          <p:nvPr/>
        </p:nvSpPr>
        <p:spPr>
          <a:xfrm>
            <a:off x="545154" y="769265"/>
            <a:ext cx="1508478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ysClr val="windowText" lastClr="000000"/>
                </a:solidFill>
              </a:rPr>
              <a:t>predicates</a:t>
            </a:r>
          </a:p>
          <a:p>
            <a:pPr marL="285750" indent="-28575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altLang="zh-CN" dirty="0" smtClean="0">
                <a:solidFill>
                  <a:sysClr val="windowText" lastClr="000000"/>
                </a:solidFill>
              </a:rPr>
              <a:t>actions</a:t>
            </a:r>
            <a:endParaRPr lang="en-US" altLang="zh-CN" dirty="0">
              <a:solidFill>
                <a:sysClr val="windowText" lastClr="000000"/>
              </a:solidFill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427500" y="107362"/>
            <a:ext cx="481213" cy="659080"/>
            <a:chOff x="1039333" y="3577640"/>
            <a:chExt cx="752520" cy="959481"/>
          </a:xfrm>
        </p:grpSpPr>
        <p:sp>
          <p:nvSpPr>
            <p:cNvPr id="128" name="任意多边形 127"/>
            <p:cNvSpPr/>
            <p:nvPr/>
          </p:nvSpPr>
          <p:spPr>
            <a:xfrm>
              <a:off x="1039333" y="3581102"/>
              <a:ext cx="752519" cy="956019"/>
            </a:xfrm>
            <a:custGeom>
              <a:avLst/>
              <a:gdLst>
                <a:gd name="connsiteX0" fmla="*/ 0 w 791852"/>
                <a:gd name="connsiteY0" fmla="*/ 0 h 956019"/>
                <a:gd name="connsiteX1" fmla="*/ 461564 w 791852"/>
                <a:gd name="connsiteY1" fmla="*/ 0 h 956019"/>
                <a:gd name="connsiteX2" fmla="*/ 627753 w 791852"/>
                <a:gd name="connsiteY2" fmla="*/ 160963 h 956019"/>
                <a:gd name="connsiteX3" fmla="*/ 791852 w 791852"/>
                <a:gd name="connsiteY3" fmla="*/ 330288 h 956019"/>
                <a:gd name="connsiteX4" fmla="*/ 791852 w 791852"/>
                <a:gd name="connsiteY4" fmla="*/ 956019 h 956019"/>
                <a:gd name="connsiteX5" fmla="*/ 0 w 791852"/>
                <a:gd name="connsiteY5" fmla="*/ 956019 h 9560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91852" h="956019">
                  <a:moveTo>
                    <a:pt x="0" y="0"/>
                  </a:moveTo>
                  <a:lnTo>
                    <a:pt x="461564" y="0"/>
                  </a:lnTo>
                  <a:lnTo>
                    <a:pt x="627753" y="160963"/>
                  </a:lnTo>
                  <a:lnTo>
                    <a:pt x="791852" y="330288"/>
                  </a:lnTo>
                  <a:lnTo>
                    <a:pt x="791852" y="956019"/>
                  </a:lnTo>
                  <a:lnTo>
                    <a:pt x="0" y="956019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 w="38100">
              <a:solidFill>
                <a:srgbClr val="5B9BD5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216000" bIns="0" rtlCol="0" anchor="ctr"/>
            <a:lstStyle/>
            <a:p>
              <a:pPr algn="ctr"/>
              <a:r>
                <a:rPr lang="en-US" altLang="zh-CN" sz="1600" b="1" dirty="0" smtClean="0">
                  <a:solidFill>
                    <a:schemeClr val="accent1">
                      <a:lumMod val="75000"/>
                    </a:schemeClr>
                  </a:solidFill>
                </a:rPr>
                <a:t>&lt;/&gt;</a:t>
              </a:r>
              <a:endParaRPr lang="en-US" altLang="zh-CN" sz="16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26" name="矩形 125"/>
            <p:cNvSpPr/>
            <p:nvPr/>
          </p:nvSpPr>
          <p:spPr>
            <a:xfrm>
              <a:off x="1461565" y="3577640"/>
              <a:ext cx="330288" cy="330288"/>
            </a:xfrm>
            <a:custGeom>
              <a:avLst/>
              <a:gdLst>
                <a:gd name="connsiteX0" fmla="*/ 0 w 200660"/>
                <a:gd name="connsiteY0" fmla="*/ 0 h 200660"/>
                <a:gd name="connsiteX1" fmla="*/ 200660 w 200660"/>
                <a:gd name="connsiteY1" fmla="*/ 0 h 200660"/>
                <a:gd name="connsiteX2" fmla="*/ 200660 w 200660"/>
                <a:gd name="connsiteY2" fmla="*/ 200660 h 200660"/>
                <a:gd name="connsiteX3" fmla="*/ 0 w 200660"/>
                <a:gd name="connsiteY3" fmla="*/ 200660 h 200660"/>
                <a:gd name="connsiteX4" fmla="*/ 0 w 200660"/>
                <a:gd name="connsiteY4" fmla="*/ 0 h 200660"/>
                <a:gd name="connsiteX0" fmla="*/ 0 w 200660"/>
                <a:gd name="connsiteY0" fmla="*/ 0 h 200660"/>
                <a:gd name="connsiteX1" fmla="*/ 99695 w 200660"/>
                <a:gd name="connsiteY1" fmla="*/ 102870 h 200660"/>
                <a:gd name="connsiteX2" fmla="*/ 200660 w 200660"/>
                <a:gd name="connsiteY2" fmla="*/ 200660 h 200660"/>
                <a:gd name="connsiteX3" fmla="*/ 0 w 200660"/>
                <a:gd name="connsiteY3" fmla="*/ 200660 h 200660"/>
                <a:gd name="connsiteX4" fmla="*/ 0 w 200660"/>
                <a:gd name="connsiteY4" fmla="*/ 0 h 200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0660" h="200660">
                  <a:moveTo>
                    <a:pt x="0" y="0"/>
                  </a:moveTo>
                  <a:lnTo>
                    <a:pt x="99695" y="102870"/>
                  </a:lnTo>
                  <a:lnTo>
                    <a:pt x="200660" y="200660"/>
                  </a:lnTo>
                  <a:lnTo>
                    <a:pt x="0" y="200660"/>
                  </a:lnTo>
                  <a:lnTo>
                    <a:pt x="0" y="0"/>
                  </a:lnTo>
                  <a:close/>
                </a:path>
              </a:pathLst>
            </a:custGeom>
            <a:ln w="38100">
              <a:solidFill>
                <a:srgbClr val="5B9BD5"/>
              </a:solidFill>
              <a:beve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100"/>
            </a:p>
          </p:txBody>
        </p:sp>
      </p:grpSp>
      <p:sp>
        <p:nvSpPr>
          <p:cNvPr id="133" name="矩形 132"/>
          <p:cNvSpPr/>
          <p:nvPr/>
        </p:nvSpPr>
        <p:spPr>
          <a:xfrm>
            <a:off x="861048" y="251692"/>
            <a:ext cx="1369286" cy="3139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80000"/>
              </a:lnSpc>
            </a:pPr>
            <a:r>
              <a:rPr lang="en-US" altLang="zh-CN" dirty="0" err="1">
                <a:solidFill>
                  <a:sysClr val="windowText" lastClr="000000"/>
                </a:solidFill>
              </a:rPr>
              <a:t>pddl</a:t>
            </a:r>
            <a:r>
              <a:rPr lang="en-US" altLang="zh-CN" dirty="0">
                <a:solidFill>
                  <a:sysClr val="windowText" lastClr="000000"/>
                </a:solidFill>
              </a:rPr>
              <a:t> domain</a:t>
            </a:r>
          </a:p>
        </p:txBody>
      </p:sp>
      <p:sp>
        <p:nvSpPr>
          <p:cNvPr id="49" name="矩形 48"/>
          <p:cNvSpPr/>
          <p:nvPr/>
        </p:nvSpPr>
        <p:spPr>
          <a:xfrm>
            <a:off x="891572" y="2010486"/>
            <a:ext cx="1322864" cy="827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action effects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0" name="直接箭头连接符 49"/>
          <p:cNvCxnSpPr/>
          <p:nvPr/>
        </p:nvCxnSpPr>
        <p:spPr>
          <a:xfrm rot="10800000" flipH="1">
            <a:off x="2214968" y="2424262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矩形 1"/>
              <p:cNvSpPr/>
              <p:nvPr/>
            </p:nvSpPr>
            <p:spPr>
              <a:xfrm>
                <a:off x="2650126" y="2201662"/>
                <a:ext cx="458651" cy="39517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" name="矩形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126" y="2201662"/>
                <a:ext cx="458651" cy="395173"/>
              </a:xfrm>
              <a:prstGeom prst="rect">
                <a:avLst/>
              </a:prstGeom>
              <a:blipFill rotWithShape="0">
                <a:blip r:embed="rId2"/>
                <a:stretch>
                  <a:fillRect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矩形 52"/>
              <p:cNvSpPr/>
              <p:nvPr/>
            </p:nvSpPr>
            <p:spPr>
              <a:xfrm>
                <a:off x="2650126" y="2813024"/>
                <a:ext cx="45865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3" name="矩形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0126" y="2813024"/>
                <a:ext cx="458651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矩形 54"/>
              <p:cNvSpPr/>
              <p:nvPr/>
            </p:nvSpPr>
            <p:spPr>
              <a:xfrm>
                <a:off x="2627241" y="4903287"/>
                <a:ext cx="46570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5" name="矩形 5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7241" y="4903287"/>
                <a:ext cx="465705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矩形 55"/>
          <p:cNvSpPr/>
          <p:nvPr/>
        </p:nvSpPr>
        <p:spPr>
          <a:xfrm>
            <a:off x="2331346" y="3744816"/>
            <a:ext cx="1096210" cy="572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dec2pred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57" name="直接箭头连接符 56"/>
          <p:cNvCxnSpPr/>
          <p:nvPr/>
        </p:nvCxnSpPr>
        <p:spPr>
          <a:xfrm rot="16200000">
            <a:off x="2642515" y="339993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 rot="16200000">
            <a:off x="2642515" y="466264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1731838" y="2511547"/>
            <a:ext cx="1035059" cy="1247088"/>
            <a:chOff x="1731838" y="2511547"/>
            <a:chExt cx="1035059" cy="1247088"/>
          </a:xfrm>
        </p:grpSpPr>
        <p:sp>
          <p:nvSpPr>
            <p:cNvPr id="5" name="弧形 4"/>
            <p:cNvSpPr/>
            <p:nvPr/>
          </p:nvSpPr>
          <p:spPr>
            <a:xfrm rot="16200000">
              <a:off x="1719759" y="2523626"/>
              <a:ext cx="966017" cy="941860"/>
            </a:xfrm>
            <a:custGeom>
              <a:avLst/>
              <a:gdLst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2" fmla="*/ 793297 w 1586594"/>
                <a:gd name="connsiteY2" fmla="*/ 459263 h 918525"/>
                <a:gd name="connsiteX3" fmla="*/ 793297 w 1586594"/>
                <a:gd name="connsiteY3" fmla="*/ 0 h 918525"/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6017" h="941860" stroke="0" extrusionOk="0">
                  <a:moveTo>
                    <a:pt x="172720" y="482597"/>
                  </a:moveTo>
                  <a:cubicBezTo>
                    <a:pt x="610846" y="482597"/>
                    <a:pt x="966017" y="688216"/>
                    <a:pt x="966017" y="941860"/>
                  </a:cubicBezTo>
                  <a:lnTo>
                    <a:pt x="172720" y="941860"/>
                  </a:lnTo>
                  <a:lnTo>
                    <a:pt x="172720" y="482597"/>
                  </a:lnTo>
                  <a:close/>
                </a:path>
                <a:path w="966017" h="941860" fill="none">
                  <a:moveTo>
                    <a:pt x="0" y="0"/>
                  </a:moveTo>
                  <a:cubicBezTo>
                    <a:pt x="514326" y="284486"/>
                    <a:pt x="417377" y="652668"/>
                    <a:pt x="910137" y="921546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弧形 4"/>
            <p:cNvSpPr/>
            <p:nvPr/>
          </p:nvSpPr>
          <p:spPr>
            <a:xfrm rot="16200000">
              <a:off x="1876460" y="2868198"/>
              <a:ext cx="793297" cy="987577"/>
            </a:xfrm>
            <a:custGeom>
              <a:avLst/>
              <a:gdLst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2" fmla="*/ 793297 w 1586594"/>
                <a:gd name="connsiteY2" fmla="*/ 459263 h 918525"/>
                <a:gd name="connsiteX3" fmla="*/ 793297 w 1586594"/>
                <a:gd name="connsiteY3" fmla="*/ 0 h 918525"/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3297" h="987577" stroke="0" extrusionOk="0">
                  <a:moveTo>
                    <a:pt x="0" y="528314"/>
                  </a:moveTo>
                  <a:cubicBezTo>
                    <a:pt x="438126" y="528314"/>
                    <a:pt x="793297" y="733933"/>
                    <a:pt x="793297" y="987577"/>
                  </a:cubicBezTo>
                  <a:lnTo>
                    <a:pt x="0" y="987577"/>
                  </a:lnTo>
                  <a:lnTo>
                    <a:pt x="0" y="528314"/>
                  </a:lnTo>
                  <a:close/>
                </a:path>
                <a:path w="793297" h="987577" fill="none">
                  <a:moveTo>
                    <a:pt x="254000" y="0"/>
                  </a:moveTo>
                  <a:cubicBezTo>
                    <a:pt x="656566" y="284483"/>
                    <a:pt x="640897" y="591702"/>
                    <a:pt x="737417" y="967263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7" name="任意多边形 66"/>
          <p:cNvSpPr/>
          <p:nvPr/>
        </p:nvSpPr>
        <p:spPr>
          <a:xfrm>
            <a:off x="4705428" y="2573655"/>
            <a:ext cx="982980" cy="882015"/>
          </a:xfrm>
          <a:custGeom>
            <a:avLst/>
            <a:gdLst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9535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9535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93445 w 986790"/>
              <a:gd name="connsiteY0" fmla="*/ 0 h 882015"/>
              <a:gd name="connsiteX1" fmla="*/ 0 w 986790"/>
              <a:gd name="connsiteY1" fmla="*/ 855345 h 882015"/>
              <a:gd name="connsiteX2" fmla="*/ 60960 w 986790"/>
              <a:gd name="connsiteY2" fmla="*/ 882015 h 882015"/>
              <a:gd name="connsiteX3" fmla="*/ 986790 w 986790"/>
              <a:gd name="connsiteY3" fmla="*/ 440055 h 882015"/>
              <a:gd name="connsiteX4" fmla="*/ 893445 w 98679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980" h="882015">
                <a:moveTo>
                  <a:pt x="893445" y="0"/>
                </a:moveTo>
                <a:cubicBezTo>
                  <a:pt x="599440" y="484505"/>
                  <a:pt x="330200" y="363220"/>
                  <a:pt x="0" y="855345"/>
                </a:cubicBezTo>
                <a:lnTo>
                  <a:pt x="60960" y="882015"/>
                </a:lnTo>
                <a:cubicBezTo>
                  <a:pt x="341630" y="554990"/>
                  <a:pt x="555625" y="546100"/>
                  <a:pt x="982980" y="455295"/>
                </a:cubicBezTo>
                <a:lnTo>
                  <a:pt x="893445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弧形 36"/>
          <p:cNvSpPr/>
          <p:nvPr/>
        </p:nvSpPr>
        <p:spPr>
          <a:xfrm rot="900000" flipV="1">
            <a:off x="6051829" y="2429243"/>
            <a:ext cx="589880" cy="639773"/>
          </a:xfrm>
          <a:custGeom>
            <a:avLst/>
            <a:gdLst>
              <a:gd name="connsiteX0" fmla="*/ 457200 w 914400"/>
              <a:gd name="connsiteY0" fmla="*/ 0 h 1009042"/>
              <a:gd name="connsiteX1" fmla="*/ 914400 w 914400"/>
              <a:gd name="connsiteY1" fmla="*/ 504521 h 1009042"/>
              <a:gd name="connsiteX2" fmla="*/ 457200 w 914400"/>
              <a:gd name="connsiteY2" fmla="*/ 504521 h 1009042"/>
              <a:gd name="connsiteX3" fmla="*/ 457200 w 914400"/>
              <a:gd name="connsiteY3" fmla="*/ 0 h 1009042"/>
              <a:gd name="connsiteX0" fmla="*/ 457200 w 914400"/>
              <a:gd name="connsiteY0" fmla="*/ 0 h 1009042"/>
              <a:gd name="connsiteX1" fmla="*/ 914400 w 914400"/>
              <a:gd name="connsiteY1" fmla="*/ 504521 h 1009042"/>
              <a:gd name="connsiteX0" fmla="*/ 0 w 457200"/>
              <a:gd name="connsiteY0" fmla="*/ 0 h 504521"/>
              <a:gd name="connsiteX1" fmla="*/ 457200 w 457200"/>
              <a:gd name="connsiteY1" fmla="*/ 504521 h 504521"/>
              <a:gd name="connsiteX2" fmla="*/ 0 w 457200"/>
              <a:gd name="connsiteY2" fmla="*/ 504521 h 504521"/>
              <a:gd name="connsiteX3" fmla="*/ 0 w 457200"/>
              <a:gd name="connsiteY3" fmla="*/ 0 h 504521"/>
              <a:gd name="connsiteX0" fmla="*/ 0 w 457200"/>
              <a:gd name="connsiteY0" fmla="*/ 0 h 504521"/>
              <a:gd name="connsiteX1" fmla="*/ 457200 w 457200"/>
              <a:gd name="connsiteY1" fmla="*/ 504521 h 504521"/>
              <a:gd name="connsiteX0" fmla="*/ 93976 w 551176"/>
              <a:gd name="connsiteY0" fmla="*/ 17292 h 521813"/>
              <a:gd name="connsiteX1" fmla="*/ 551176 w 551176"/>
              <a:gd name="connsiteY1" fmla="*/ 521813 h 521813"/>
              <a:gd name="connsiteX2" fmla="*/ 93976 w 551176"/>
              <a:gd name="connsiteY2" fmla="*/ 521813 h 521813"/>
              <a:gd name="connsiteX3" fmla="*/ 93976 w 551176"/>
              <a:gd name="connsiteY3" fmla="*/ 17292 h 521813"/>
              <a:gd name="connsiteX0" fmla="*/ 0 w 551176"/>
              <a:gd name="connsiteY0" fmla="*/ 0 h 521813"/>
              <a:gd name="connsiteX1" fmla="*/ 551176 w 551176"/>
              <a:gd name="connsiteY1" fmla="*/ 521813 h 521813"/>
              <a:gd name="connsiteX0" fmla="*/ 93976 w 551176"/>
              <a:gd name="connsiteY0" fmla="*/ 17292 h 521813"/>
              <a:gd name="connsiteX1" fmla="*/ 551176 w 551176"/>
              <a:gd name="connsiteY1" fmla="*/ 521813 h 521813"/>
              <a:gd name="connsiteX2" fmla="*/ 93976 w 551176"/>
              <a:gd name="connsiteY2" fmla="*/ 521813 h 521813"/>
              <a:gd name="connsiteX3" fmla="*/ 93976 w 551176"/>
              <a:gd name="connsiteY3" fmla="*/ 17292 h 521813"/>
              <a:gd name="connsiteX0" fmla="*/ 0 w 551176"/>
              <a:gd name="connsiteY0" fmla="*/ 0 h 521813"/>
              <a:gd name="connsiteX1" fmla="*/ 551176 w 551176"/>
              <a:gd name="connsiteY1" fmla="*/ 521813 h 521813"/>
              <a:gd name="connsiteX0" fmla="*/ 93976 w 612488"/>
              <a:gd name="connsiteY0" fmla="*/ 17292 h 557964"/>
              <a:gd name="connsiteX1" fmla="*/ 551176 w 612488"/>
              <a:gd name="connsiteY1" fmla="*/ 521813 h 557964"/>
              <a:gd name="connsiteX2" fmla="*/ 93976 w 612488"/>
              <a:gd name="connsiteY2" fmla="*/ 521813 h 557964"/>
              <a:gd name="connsiteX3" fmla="*/ 93976 w 612488"/>
              <a:gd name="connsiteY3" fmla="*/ 17292 h 557964"/>
              <a:gd name="connsiteX0" fmla="*/ 0 w 612488"/>
              <a:gd name="connsiteY0" fmla="*/ 0 h 557964"/>
              <a:gd name="connsiteX1" fmla="*/ 612488 w 612488"/>
              <a:gd name="connsiteY1" fmla="*/ 557964 h 557964"/>
              <a:gd name="connsiteX0" fmla="*/ 93976 w 612488"/>
              <a:gd name="connsiteY0" fmla="*/ 17292 h 557964"/>
              <a:gd name="connsiteX1" fmla="*/ 551176 w 612488"/>
              <a:gd name="connsiteY1" fmla="*/ 521813 h 557964"/>
              <a:gd name="connsiteX2" fmla="*/ 93976 w 612488"/>
              <a:gd name="connsiteY2" fmla="*/ 521813 h 557964"/>
              <a:gd name="connsiteX3" fmla="*/ 93976 w 612488"/>
              <a:gd name="connsiteY3" fmla="*/ 17292 h 557964"/>
              <a:gd name="connsiteX0" fmla="*/ 0 w 612488"/>
              <a:gd name="connsiteY0" fmla="*/ 0 h 557964"/>
              <a:gd name="connsiteX1" fmla="*/ 612488 w 612488"/>
              <a:gd name="connsiteY1" fmla="*/ 557964 h 557964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156 w 632668"/>
              <a:gd name="connsiteY0" fmla="*/ 0 h 540672"/>
              <a:gd name="connsiteX1" fmla="*/ 571356 w 632668"/>
              <a:gd name="connsiteY1" fmla="*/ 504521 h 540672"/>
              <a:gd name="connsiteX2" fmla="*/ 114156 w 632668"/>
              <a:gd name="connsiteY2" fmla="*/ 504521 h 540672"/>
              <a:gd name="connsiteX3" fmla="*/ 114156 w 632668"/>
              <a:gd name="connsiteY3" fmla="*/ 0 h 540672"/>
              <a:gd name="connsiteX0" fmla="*/ 0 w 632668"/>
              <a:gd name="connsiteY0" fmla="*/ 28579 h 540672"/>
              <a:gd name="connsiteX1" fmla="*/ 632668 w 632668"/>
              <a:gd name="connsiteY1" fmla="*/ 540672 h 540672"/>
              <a:gd name="connsiteX0" fmla="*/ 114156 w 590337"/>
              <a:gd name="connsiteY0" fmla="*/ 0 h 639773"/>
              <a:gd name="connsiteX1" fmla="*/ 571356 w 590337"/>
              <a:gd name="connsiteY1" fmla="*/ 504521 h 639773"/>
              <a:gd name="connsiteX2" fmla="*/ 114156 w 590337"/>
              <a:gd name="connsiteY2" fmla="*/ 504521 h 639773"/>
              <a:gd name="connsiteX3" fmla="*/ 114156 w 590337"/>
              <a:gd name="connsiteY3" fmla="*/ 0 h 639773"/>
              <a:gd name="connsiteX0" fmla="*/ 0 w 590337"/>
              <a:gd name="connsiteY0" fmla="*/ 28579 h 639773"/>
              <a:gd name="connsiteX1" fmla="*/ 590337 w 590337"/>
              <a:gd name="connsiteY1" fmla="*/ 639773 h 639773"/>
              <a:gd name="connsiteX0" fmla="*/ 102394 w 578575"/>
              <a:gd name="connsiteY0" fmla="*/ 0 h 639773"/>
              <a:gd name="connsiteX1" fmla="*/ 559594 w 578575"/>
              <a:gd name="connsiteY1" fmla="*/ 504521 h 639773"/>
              <a:gd name="connsiteX2" fmla="*/ 102394 w 578575"/>
              <a:gd name="connsiteY2" fmla="*/ 504521 h 639773"/>
              <a:gd name="connsiteX3" fmla="*/ 102394 w 578575"/>
              <a:gd name="connsiteY3" fmla="*/ 0 h 639773"/>
              <a:gd name="connsiteX0" fmla="*/ 0 w 578575"/>
              <a:gd name="connsiteY0" fmla="*/ 43563 h 639773"/>
              <a:gd name="connsiteX1" fmla="*/ 578575 w 578575"/>
              <a:gd name="connsiteY1" fmla="*/ 639773 h 639773"/>
              <a:gd name="connsiteX0" fmla="*/ 113699 w 589880"/>
              <a:gd name="connsiteY0" fmla="*/ 0 h 639773"/>
              <a:gd name="connsiteX1" fmla="*/ 570899 w 589880"/>
              <a:gd name="connsiteY1" fmla="*/ 504521 h 639773"/>
              <a:gd name="connsiteX2" fmla="*/ 113699 w 589880"/>
              <a:gd name="connsiteY2" fmla="*/ 504521 h 639773"/>
              <a:gd name="connsiteX3" fmla="*/ 113699 w 589880"/>
              <a:gd name="connsiteY3" fmla="*/ 0 h 639773"/>
              <a:gd name="connsiteX0" fmla="*/ 0 w 589880"/>
              <a:gd name="connsiteY0" fmla="*/ 56311 h 639773"/>
              <a:gd name="connsiteX1" fmla="*/ 589880 w 589880"/>
              <a:gd name="connsiteY1" fmla="*/ 639773 h 63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9880" h="639773" stroke="0" extrusionOk="0">
                <a:moveTo>
                  <a:pt x="113699" y="0"/>
                </a:moveTo>
                <a:cubicBezTo>
                  <a:pt x="347063" y="203925"/>
                  <a:pt x="570899" y="225882"/>
                  <a:pt x="570899" y="504521"/>
                </a:cubicBezTo>
                <a:lnTo>
                  <a:pt x="113699" y="504521"/>
                </a:lnTo>
                <a:lnTo>
                  <a:pt x="113699" y="0"/>
                </a:lnTo>
                <a:close/>
              </a:path>
              <a:path w="589880" h="639773" fill="none">
                <a:moveTo>
                  <a:pt x="0" y="56311"/>
                </a:moveTo>
                <a:cubicBezTo>
                  <a:pt x="251041" y="253139"/>
                  <a:pt x="191945" y="447783"/>
                  <a:pt x="589880" y="639773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3844400" y="2010486"/>
            <a:ext cx="1322864" cy="827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action effects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1" name="直接箭头连接符 70"/>
          <p:cNvCxnSpPr/>
          <p:nvPr/>
        </p:nvCxnSpPr>
        <p:spPr>
          <a:xfrm rot="10800000" flipH="1">
            <a:off x="5167796" y="2424262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矩形 71"/>
              <p:cNvSpPr/>
              <p:nvPr/>
            </p:nvSpPr>
            <p:spPr>
              <a:xfrm>
                <a:off x="5602954" y="2201662"/>
                <a:ext cx="678263" cy="39825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2" name="矩形 7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54" y="2201662"/>
                <a:ext cx="678263" cy="398251"/>
              </a:xfrm>
              <a:prstGeom prst="rect">
                <a:avLst/>
              </a:prstGeom>
              <a:blipFill rotWithShape="0">
                <a:blip r:embed="rId5"/>
                <a:stretch>
                  <a:fillRect t="-1538" r="-2703" b="-76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矩形 73"/>
              <p:cNvSpPr/>
              <p:nvPr/>
            </p:nvSpPr>
            <p:spPr>
              <a:xfrm>
                <a:off x="5602954" y="2813024"/>
                <a:ext cx="6782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4" name="矩形 7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02954" y="2813024"/>
                <a:ext cx="678263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矩形 74"/>
              <p:cNvSpPr/>
              <p:nvPr/>
            </p:nvSpPr>
            <p:spPr>
              <a:xfrm>
                <a:off x="5580069" y="4903287"/>
                <a:ext cx="6853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75" name="矩形 7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0069" y="4903287"/>
                <a:ext cx="685316" cy="369332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矩形 75"/>
          <p:cNvSpPr/>
          <p:nvPr/>
        </p:nvSpPr>
        <p:spPr>
          <a:xfrm>
            <a:off x="5257884" y="3744816"/>
            <a:ext cx="1148790" cy="572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dec2pred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77" name="直接箭头连接符 76"/>
          <p:cNvCxnSpPr/>
          <p:nvPr/>
        </p:nvCxnSpPr>
        <p:spPr>
          <a:xfrm rot="16200000">
            <a:off x="5595343" y="339993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/>
          <p:nvPr/>
        </p:nvCxnSpPr>
        <p:spPr>
          <a:xfrm rot="16200000">
            <a:off x="5595343" y="466264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组合 78"/>
          <p:cNvGrpSpPr/>
          <p:nvPr/>
        </p:nvGrpSpPr>
        <p:grpSpPr>
          <a:xfrm>
            <a:off x="4684666" y="2511547"/>
            <a:ext cx="1035059" cy="1247088"/>
            <a:chOff x="1731838" y="2511547"/>
            <a:chExt cx="1035059" cy="1247088"/>
          </a:xfrm>
        </p:grpSpPr>
        <p:sp>
          <p:nvSpPr>
            <p:cNvPr id="82" name="弧形 4"/>
            <p:cNvSpPr/>
            <p:nvPr/>
          </p:nvSpPr>
          <p:spPr>
            <a:xfrm rot="16200000">
              <a:off x="1719759" y="2523626"/>
              <a:ext cx="966017" cy="941860"/>
            </a:xfrm>
            <a:custGeom>
              <a:avLst/>
              <a:gdLst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2" fmla="*/ 793297 w 1586594"/>
                <a:gd name="connsiteY2" fmla="*/ 459263 h 918525"/>
                <a:gd name="connsiteX3" fmla="*/ 793297 w 1586594"/>
                <a:gd name="connsiteY3" fmla="*/ 0 h 918525"/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6017" h="941860" stroke="0" extrusionOk="0">
                  <a:moveTo>
                    <a:pt x="172720" y="482597"/>
                  </a:moveTo>
                  <a:cubicBezTo>
                    <a:pt x="610846" y="482597"/>
                    <a:pt x="966017" y="688216"/>
                    <a:pt x="966017" y="941860"/>
                  </a:cubicBezTo>
                  <a:lnTo>
                    <a:pt x="172720" y="941860"/>
                  </a:lnTo>
                  <a:lnTo>
                    <a:pt x="172720" y="482597"/>
                  </a:lnTo>
                  <a:close/>
                </a:path>
                <a:path w="966017" h="941860" fill="none">
                  <a:moveTo>
                    <a:pt x="0" y="0"/>
                  </a:moveTo>
                  <a:cubicBezTo>
                    <a:pt x="514326" y="284486"/>
                    <a:pt x="417377" y="652668"/>
                    <a:pt x="910137" y="921546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弧形 4"/>
            <p:cNvSpPr/>
            <p:nvPr/>
          </p:nvSpPr>
          <p:spPr>
            <a:xfrm rot="16200000">
              <a:off x="1876460" y="2868198"/>
              <a:ext cx="793297" cy="987577"/>
            </a:xfrm>
            <a:custGeom>
              <a:avLst/>
              <a:gdLst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2" fmla="*/ 793297 w 1586594"/>
                <a:gd name="connsiteY2" fmla="*/ 459263 h 918525"/>
                <a:gd name="connsiteX3" fmla="*/ 793297 w 1586594"/>
                <a:gd name="connsiteY3" fmla="*/ 0 h 918525"/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3297" h="987577" stroke="0" extrusionOk="0">
                  <a:moveTo>
                    <a:pt x="0" y="528314"/>
                  </a:moveTo>
                  <a:cubicBezTo>
                    <a:pt x="438126" y="528314"/>
                    <a:pt x="793297" y="733933"/>
                    <a:pt x="793297" y="987577"/>
                  </a:cubicBezTo>
                  <a:lnTo>
                    <a:pt x="0" y="987577"/>
                  </a:lnTo>
                  <a:lnTo>
                    <a:pt x="0" y="528314"/>
                  </a:lnTo>
                  <a:close/>
                </a:path>
                <a:path w="793297" h="987577" fill="none">
                  <a:moveTo>
                    <a:pt x="254000" y="0"/>
                  </a:moveTo>
                  <a:cubicBezTo>
                    <a:pt x="656566" y="284483"/>
                    <a:pt x="640897" y="591702"/>
                    <a:pt x="737417" y="967263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85" name="任意多边形 84"/>
          <p:cNvSpPr/>
          <p:nvPr/>
        </p:nvSpPr>
        <p:spPr>
          <a:xfrm>
            <a:off x="7658255" y="2573655"/>
            <a:ext cx="982980" cy="882015"/>
          </a:xfrm>
          <a:custGeom>
            <a:avLst/>
            <a:gdLst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87730 w 986790"/>
              <a:gd name="connsiteY0" fmla="*/ 0 h 891540"/>
              <a:gd name="connsiteX1" fmla="*/ 0 w 986790"/>
              <a:gd name="connsiteY1" fmla="*/ 864870 h 891540"/>
              <a:gd name="connsiteX2" fmla="*/ 60960 w 986790"/>
              <a:gd name="connsiteY2" fmla="*/ 891540 h 891540"/>
              <a:gd name="connsiteX3" fmla="*/ 986790 w 986790"/>
              <a:gd name="connsiteY3" fmla="*/ 449580 h 891540"/>
              <a:gd name="connsiteX4" fmla="*/ 887730 w 986790"/>
              <a:gd name="connsiteY4" fmla="*/ 0 h 891540"/>
              <a:gd name="connsiteX0" fmla="*/ 89535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9535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87730 w 986790"/>
              <a:gd name="connsiteY0" fmla="*/ 0 h 885825"/>
              <a:gd name="connsiteX1" fmla="*/ 0 w 986790"/>
              <a:gd name="connsiteY1" fmla="*/ 859155 h 885825"/>
              <a:gd name="connsiteX2" fmla="*/ 60960 w 986790"/>
              <a:gd name="connsiteY2" fmla="*/ 885825 h 885825"/>
              <a:gd name="connsiteX3" fmla="*/ 986790 w 986790"/>
              <a:gd name="connsiteY3" fmla="*/ 443865 h 885825"/>
              <a:gd name="connsiteX4" fmla="*/ 887730 w 986790"/>
              <a:gd name="connsiteY4" fmla="*/ 0 h 885825"/>
              <a:gd name="connsiteX0" fmla="*/ 893445 w 986790"/>
              <a:gd name="connsiteY0" fmla="*/ 0 h 882015"/>
              <a:gd name="connsiteX1" fmla="*/ 0 w 986790"/>
              <a:gd name="connsiteY1" fmla="*/ 855345 h 882015"/>
              <a:gd name="connsiteX2" fmla="*/ 60960 w 986790"/>
              <a:gd name="connsiteY2" fmla="*/ 882015 h 882015"/>
              <a:gd name="connsiteX3" fmla="*/ 986790 w 986790"/>
              <a:gd name="connsiteY3" fmla="*/ 440055 h 882015"/>
              <a:gd name="connsiteX4" fmla="*/ 893445 w 98679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  <a:gd name="connsiteX0" fmla="*/ 893445 w 982980"/>
              <a:gd name="connsiteY0" fmla="*/ 0 h 882015"/>
              <a:gd name="connsiteX1" fmla="*/ 0 w 982980"/>
              <a:gd name="connsiteY1" fmla="*/ 855345 h 882015"/>
              <a:gd name="connsiteX2" fmla="*/ 60960 w 982980"/>
              <a:gd name="connsiteY2" fmla="*/ 882015 h 882015"/>
              <a:gd name="connsiteX3" fmla="*/ 982980 w 982980"/>
              <a:gd name="connsiteY3" fmla="*/ 455295 h 882015"/>
              <a:gd name="connsiteX4" fmla="*/ 893445 w 982980"/>
              <a:gd name="connsiteY4" fmla="*/ 0 h 8820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82980" h="882015">
                <a:moveTo>
                  <a:pt x="893445" y="0"/>
                </a:moveTo>
                <a:cubicBezTo>
                  <a:pt x="599440" y="484505"/>
                  <a:pt x="330200" y="363220"/>
                  <a:pt x="0" y="855345"/>
                </a:cubicBezTo>
                <a:lnTo>
                  <a:pt x="60960" y="882015"/>
                </a:lnTo>
                <a:cubicBezTo>
                  <a:pt x="341630" y="554990"/>
                  <a:pt x="555625" y="546100"/>
                  <a:pt x="982980" y="455295"/>
                </a:cubicBezTo>
                <a:lnTo>
                  <a:pt x="893445" y="0"/>
                </a:lnTo>
                <a:close/>
              </a:path>
            </a:pathLst>
          </a:custGeom>
          <a:gradFill>
            <a:gsLst>
              <a:gs pos="0">
                <a:schemeClr val="bg1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弧形 36"/>
          <p:cNvSpPr/>
          <p:nvPr/>
        </p:nvSpPr>
        <p:spPr>
          <a:xfrm rot="900000" flipV="1">
            <a:off x="9004656" y="2429243"/>
            <a:ext cx="589880" cy="639773"/>
          </a:xfrm>
          <a:custGeom>
            <a:avLst/>
            <a:gdLst>
              <a:gd name="connsiteX0" fmla="*/ 457200 w 914400"/>
              <a:gd name="connsiteY0" fmla="*/ 0 h 1009042"/>
              <a:gd name="connsiteX1" fmla="*/ 914400 w 914400"/>
              <a:gd name="connsiteY1" fmla="*/ 504521 h 1009042"/>
              <a:gd name="connsiteX2" fmla="*/ 457200 w 914400"/>
              <a:gd name="connsiteY2" fmla="*/ 504521 h 1009042"/>
              <a:gd name="connsiteX3" fmla="*/ 457200 w 914400"/>
              <a:gd name="connsiteY3" fmla="*/ 0 h 1009042"/>
              <a:gd name="connsiteX0" fmla="*/ 457200 w 914400"/>
              <a:gd name="connsiteY0" fmla="*/ 0 h 1009042"/>
              <a:gd name="connsiteX1" fmla="*/ 914400 w 914400"/>
              <a:gd name="connsiteY1" fmla="*/ 504521 h 1009042"/>
              <a:gd name="connsiteX0" fmla="*/ 0 w 457200"/>
              <a:gd name="connsiteY0" fmla="*/ 0 h 504521"/>
              <a:gd name="connsiteX1" fmla="*/ 457200 w 457200"/>
              <a:gd name="connsiteY1" fmla="*/ 504521 h 504521"/>
              <a:gd name="connsiteX2" fmla="*/ 0 w 457200"/>
              <a:gd name="connsiteY2" fmla="*/ 504521 h 504521"/>
              <a:gd name="connsiteX3" fmla="*/ 0 w 457200"/>
              <a:gd name="connsiteY3" fmla="*/ 0 h 504521"/>
              <a:gd name="connsiteX0" fmla="*/ 0 w 457200"/>
              <a:gd name="connsiteY0" fmla="*/ 0 h 504521"/>
              <a:gd name="connsiteX1" fmla="*/ 457200 w 457200"/>
              <a:gd name="connsiteY1" fmla="*/ 504521 h 504521"/>
              <a:gd name="connsiteX0" fmla="*/ 93976 w 551176"/>
              <a:gd name="connsiteY0" fmla="*/ 17292 h 521813"/>
              <a:gd name="connsiteX1" fmla="*/ 551176 w 551176"/>
              <a:gd name="connsiteY1" fmla="*/ 521813 h 521813"/>
              <a:gd name="connsiteX2" fmla="*/ 93976 w 551176"/>
              <a:gd name="connsiteY2" fmla="*/ 521813 h 521813"/>
              <a:gd name="connsiteX3" fmla="*/ 93976 w 551176"/>
              <a:gd name="connsiteY3" fmla="*/ 17292 h 521813"/>
              <a:gd name="connsiteX0" fmla="*/ 0 w 551176"/>
              <a:gd name="connsiteY0" fmla="*/ 0 h 521813"/>
              <a:gd name="connsiteX1" fmla="*/ 551176 w 551176"/>
              <a:gd name="connsiteY1" fmla="*/ 521813 h 521813"/>
              <a:gd name="connsiteX0" fmla="*/ 93976 w 551176"/>
              <a:gd name="connsiteY0" fmla="*/ 17292 h 521813"/>
              <a:gd name="connsiteX1" fmla="*/ 551176 w 551176"/>
              <a:gd name="connsiteY1" fmla="*/ 521813 h 521813"/>
              <a:gd name="connsiteX2" fmla="*/ 93976 w 551176"/>
              <a:gd name="connsiteY2" fmla="*/ 521813 h 521813"/>
              <a:gd name="connsiteX3" fmla="*/ 93976 w 551176"/>
              <a:gd name="connsiteY3" fmla="*/ 17292 h 521813"/>
              <a:gd name="connsiteX0" fmla="*/ 0 w 551176"/>
              <a:gd name="connsiteY0" fmla="*/ 0 h 521813"/>
              <a:gd name="connsiteX1" fmla="*/ 551176 w 551176"/>
              <a:gd name="connsiteY1" fmla="*/ 521813 h 521813"/>
              <a:gd name="connsiteX0" fmla="*/ 93976 w 612488"/>
              <a:gd name="connsiteY0" fmla="*/ 17292 h 557964"/>
              <a:gd name="connsiteX1" fmla="*/ 551176 w 612488"/>
              <a:gd name="connsiteY1" fmla="*/ 521813 h 557964"/>
              <a:gd name="connsiteX2" fmla="*/ 93976 w 612488"/>
              <a:gd name="connsiteY2" fmla="*/ 521813 h 557964"/>
              <a:gd name="connsiteX3" fmla="*/ 93976 w 612488"/>
              <a:gd name="connsiteY3" fmla="*/ 17292 h 557964"/>
              <a:gd name="connsiteX0" fmla="*/ 0 w 612488"/>
              <a:gd name="connsiteY0" fmla="*/ 0 h 557964"/>
              <a:gd name="connsiteX1" fmla="*/ 612488 w 612488"/>
              <a:gd name="connsiteY1" fmla="*/ 557964 h 557964"/>
              <a:gd name="connsiteX0" fmla="*/ 93976 w 612488"/>
              <a:gd name="connsiteY0" fmla="*/ 17292 h 557964"/>
              <a:gd name="connsiteX1" fmla="*/ 551176 w 612488"/>
              <a:gd name="connsiteY1" fmla="*/ 521813 h 557964"/>
              <a:gd name="connsiteX2" fmla="*/ 93976 w 612488"/>
              <a:gd name="connsiteY2" fmla="*/ 521813 h 557964"/>
              <a:gd name="connsiteX3" fmla="*/ 93976 w 612488"/>
              <a:gd name="connsiteY3" fmla="*/ 17292 h 557964"/>
              <a:gd name="connsiteX0" fmla="*/ 0 w 612488"/>
              <a:gd name="connsiteY0" fmla="*/ 0 h 557964"/>
              <a:gd name="connsiteX1" fmla="*/ 612488 w 612488"/>
              <a:gd name="connsiteY1" fmla="*/ 557964 h 557964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878 w 633390"/>
              <a:gd name="connsiteY0" fmla="*/ 0 h 540672"/>
              <a:gd name="connsiteX1" fmla="*/ 572078 w 633390"/>
              <a:gd name="connsiteY1" fmla="*/ 504521 h 540672"/>
              <a:gd name="connsiteX2" fmla="*/ 114878 w 633390"/>
              <a:gd name="connsiteY2" fmla="*/ 504521 h 540672"/>
              <a:gd name="connsiteX3" fmla="*/ 114878 w 633390"/>
              <a:gd name="connsiteY3" fmla="*/ 0 h 540672"/>
              <a:gd name="connsiteX0" fmla="*/ 0 w 633390"/>
              <a:gd name="connsiteY0" fmla="*/ 16552 h 540672"/>
              <a:gd name="connsiteX1" fmla="*/ 633390 w 633390"/>
              <a:gd name="connsiteY1" fmla="*/ 540672 h 540672"/>
              <a:gd name="connsiteX0" fmla="*/ 114156 w 632668"/>
              <a:gd name="connsiteY0" fmla="*/ 0 h 540672"/>
              <a:gd name="connsiteX1" fmla="*/ 571356 w 632668"/>
              <a:gd name="connsiteY1" fmla="*/ 504521 h 540672"/>
              <a:gd name="connsiteX2" fmla="*/ 114156 w 632668"/>
              <a:gd name="connsiteY2" fmla="*/ 504521 h 540672"/>
              <a:gd name="connsiteX3" fmla="*/ 114156 w 632668"/>
              <a:gd name="connsiteY3" fmla="*/ 0 h 540672"/>
              <a:gd name="connsiteX0" fmla="*/ 0 w 632668"/>
              <a:gd name="connsiteY0" fmla="*/ 28579 h 540672"/>
              <a:gd name="connsiteX1" fmla="*/ 632668 w 632668"/>
              <a:gd name="connsiteY1" fmla="*/ 540672 h 540672"/>
              <a:gd name="connsiteX0" fmla="*/ 114156 w 590337"/>
              <a:gd name="connsiteY0" fmla="*/ 0 h 639773"/>
              <a:gd name="connsiteX1" fmla="*/ 571356 w 590337"/>
              <a:gd name="connsiteY1" fmla="*/ 504521 h 639773"/>
              <a:gd name="connsiteX2" fmla="*/ 114156 w 590337"/>
              <a:gd name="connsiteY2" fmla="*/ 504521 h 639773"/>
              <a:gd name="connsiteX3" fmla="*/ 114156 w 590337"/>
              <a:gd name="connsiteY3" fmla="*/ 0 h 639773"/>
              <a:gd name="connsiteX0" fmla="*/ 0 w 590337"/>
              <a:gd name="connsiteY0" fmla="*/ 28579 h 639773"/>
              <a:gd name="connsiteX1" fmla="*/ 590337 w 590337"/>
              <a:gd name="connsiteY1" fmla="*/ 639773 h 639773"/>
              <a:gd name="connsiteX0" fmla="*/ 102394 w 578575"/>
              <a:gd name="connsiteY0" fmla="*/ 0 h 639773"/>
              <a:gd name="connsiteX1" fmla="*/ 559594 w 578575"/>
              <a:gd name="connsiteY1" fmla="*/ 504521 h 639773"/>
              <a:gd name="connsiteX2" fmla="*/ 102394 w 578575"/>
              <a:gd name="connsiteY2" fmla="*/ 504521 h 639773"/>
              <a:gd name="connsiteX3" fmla="*/ 102394 w 578575"/>
              <a:gd name="connsiteY3" fmla="*/ 0 h 639773"/>
              <a:gd name="connsiteX0" fmla="*/ 0 w 578575"/>
              <a:gd name="connsiteY0" fmla="*/ 43563 h 639773"/>
              <a:gd name="connsiteX1" fmla="*/ 578575 w 578575"/>
              <a:gd name="connsiteY1" fmla="*/ 639773 h 639773"/>
              <a:gd name="connsiteX0" fmla="*/ 113699 w 589880"/>
              <a:gd name="connsiteY0" fmla="*/ 0 h 639773"/>
              <a:gd name="connsiteX1" fmla="*/ 570899 w 589880"/>
              <a:gd name="connsiteY1" fmla="*/ 504521 h 639773"/>
              <a:gd name="connsiteX2" fmla="*/ 113699 w 589880"/>
              <a:gd name="connsiteY2" fmla="*/ 504521 h 639773"/>
              <a:gd name="connsiteX3" fmla="*/ 113699 w 589880"/>
              <a:gd name="connsiteY3" fmla="*/ 0 h 639773"/>
              <a:gd name="connsiteX0" fmla="*/ 0 w 589880"/>
              <a:gd name="connsiteY0" fmla="*/ 56311 h 639773"/>
              <a:gd name="connsiteX1" fmla="*/ 589880 w 589880"/>
              <a:gd name="connsiteY1" fmla="*/ 639773 h 6397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89880" h="639773" stroke="0" extrusionOk="0">
                <a:moveTo>
                  <a:pt x="113699" y="0"/>
                </a:moveTo>
                <a:cubicBezTo>
                  <a:pt x="347063" y="203925"/>
                  <a:pt x="570899" y="225882"/>
                  <a:pt x="570899" y="504521"/>
                </a:cubicBezTo>
                <a:lnTo>
                  <a:pt x="113699" y="504521"/>
                </a:lnTo>
                <a:lnTo>
                  <a:pt x="113699" y="0"/>
                </a:lnTo>
                <a:close/>
              </a:path>
              <a:path w="589880" h="639773" fill="none">
                <a:moveTo>
                  <a:pt x="0" y="56311"/>
                </a:moveTo>
                <a:cubicBezTo>
                  <a:pt x="251041" y="253139"/>
                  <a:pt x="191945" y="447783"/>
                  <a:pt x="589880" y="639773"/>
                </a:cubicBezTo>
              </a:path>
            </a:pathLst>
          </a:custGeom>
          <a:ln w="28575"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/>
          <p:cNvSpPr/>
          <p:nvPr/>
        </p:nvSpPr>
        <p:spPr>
          <a:xfrm>
            <a:off x="6797227" y="2010486"/>
            <a:ext cx="1322864" cy="827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action effects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92" name="直接箭头连接符 91"/>
          <p:cNvCxnSpPr/>
          <p:nvPr/>
        </p:nvCxnSpPr>
        <p:spPr>
          <a:xfrm rot="10800000" flipH="1">
            <a:off x="8120623" y="2424262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5" name="矩形 94"/>
              <p:cNvSpPr/>
              <p:nvPr/>
            </p:nvSpPr>
            <p:spPr>
              <a:xfrm>
                <a:off x="8555781" y="2201662"/>
                <a:ext cx="678263" cy="39882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altLang="zh-CN" b="0" i="1" dirty="0" smtClean="0">
                                  <a:latin typeface="Cambria Math" panose="02040503050406030204" pitchFamily="18" charset="0"/>
                                </a:rPr>
                                <m:t>+2</m:t>
                              </m:r>
                            </m:sup>
                          </m:sSup>
                        </m:e>
                      </m:acc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5" name="矩形 9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781" y="2201662"/>
                <a:ext cx="678263" cy="398827"/>
              </a:xfrm>
              <a:prstGeom prst="rect">
                <a:avLst/>
              </a:prstGeom>
              <a:blipFill rotWithShape="0">
                <a:blip r:embed="rId8"/>
                <a:stretch>
                  <a:fillRect t="-1515" r="-1802" b="-60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矩形 95"/>
              <p:cNvSpPr/>
              <p:nvPr/>
            </p:nvSpPr>
            <p:spPr>
              <a:xfrm>
                <a:off x="8555781" y="2813024"/>
                <a:ext cx="67826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𝑝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6" name="矩形 9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5781" y="2813024"/>
                <a:ext cx="678263" cy="369332"/>
              </a:xfrm>
              <a:prstGeom prst="rect">
                <a:avLst/>
              </a:prstGeom>
              <a:blipFill rotWithShape="0"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矩形 97"/>
              <p:cNvSpPr/>
              <p:nvPr/>
            </p:nvSpPr>
            <p:spPr>
              <a:xfrm>
                <a:off x="8532896" y="4903287"/>
                <a:ext cx="6853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+2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8" name="矩形 9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2896" y="4903287"/>
                <a:ext cx="685316" cy="369332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" name="矩形 98"/>
          <p:cNvSpPr/>
          <p:nvPr/>
        </p:nvSpPr>
        <p:spPr>
          <a:xfrm>
            <a:off x="8182372" y="3744816"/>
            <a:ext cx="1205468" cy="5729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dec2pred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0" name="直接箭头连接符 99"/>
          <p:cNvCxnSpPr/>
          <p:nvPr/>
        </p:nvCxnSpPr>
        <p:spPr>
          <a:xfrm rot="16200000">
            <a:off x="8548170" y="339993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/>
          <p:nvPr/>
        </p:nvCxnSpPr>
        <p:spPr>
          <a:xfrm rot="16200000">
            <a:off x="8548170" y="4662646"/>
            <a:ext cx="435158" cy="0"/>
          </a:xfrm>
          <a:prstGeom prst="straightConnector1">
            <a:avLst/>
          </a:prstGeom>
          <a:ln w="2857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2" name="组合 101"/>
          <p:cNvGrpSpPr/>
          <p:nvPr/>
        </p:nvGrpSpPr>
        <p:grpSpPr>
          <a:xfrm>
            <a:off x="7637493" y="2511547"/>
            <a:ext cx="1035059" cy="1247088"/>
            <a:chOff x="1731838" y="2511547"/>
            <a:chExt cx="1035059" cy="1247088"/>
          </a:xfrm>
        </p:grpSpPr>
        <p:sp>
          <p:nvSpPr>
            <p:cNvPr id="103" name="弧形 4"/>
            <p:cNvSpPr/>
            <p:nvPr/>
          </p:nvSpPr>
          <p:spPr>
            <a:xfrm rot="16200000">
              <a:off x="1719759" y="2523626"/>
              <a:ext cx="966017" cy="941860"/>
            </a:xfrm>
            <a:custGeom>
              <a:avLst/>
              <a:gdLst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2" fmla="*/ 793297 w 1586594"/>
                <a:gd name="connsiteY2" fmla="*/ 459263 h 918525"/>
                <a:gd name="connsiteX3" fmla="*/ 793297 w 1586594"/>
                <a:gd name="connsiteY3" fmla="*/ 0 h 918525"/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66017" h="941860" stroke="0" extrusionOk="0">
                  <a:moveTo>
                    <a:pt x="172720" y="482597"/>
                  </a:moveTo>
                  <a:cubicBezTo>
                    <a:pt x="610846" y="482597"/>
                    <a:pt x="966017" y="688216"/>
                    <a:pt x="966017" y="941860"/>
                  </a:cubicBezTo>
                  <a:lnTo>
                    <a:pt x="172720" y="941860"/>
                  </a:lnTo>
                  <a:lnTo>
                    <a:pt x="172720" y="482597"/>
                  </a:lnTo>
                  <a:close/>
                </a:path>
                <a:path w="966017" h="941860" fill="none">
                  <a:moveTo>
                    <a:pt x="0" y="0"/>
                  </a:moveTo>
                  <a:cubicBezTo>
                    <a:pt x="514326" y="284486"/>
                    <a:pt x="417377" y="652668"/>
                    <a:pt x="910137" y="921546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4" name="弧形 4"/>
            <p:cNvSpPr/>
            <p:nvPr/>
          </p:nvSpPr>
          <p:spPr>
            <a:xfrm rot="16200000">
              <a:off x="1876460" y="2868198"/>
              <a:ext cx="793297" cy="987577"/>
            </a:xfrm>
            <a:custGeom>
              <a:avLst/>
              <a:gdLst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2" fmla="*/ 793297 w 1586594"/>
                <a:gd name="connsiteY2" fmla="*/ 459263 h 918525"/>
                <a:gd name="connsiteX3" fmla="*/ 793297 w 1586594"/>
                <a:gd name="connsiteY3" fmla="*/ 0 h 918525"/>
                <a:gd name="connsiteX0" fmla="*/ 793297 w 1586594"/>
                <a:gd name="connsiteY0" fmla="*/ 0 h 918525"/>
                <a:gd name="connsiteX1" fmla="*/ 1586594 w 1586594"/>
                <a:gd name="connsiteY1" fmla="*/ 459263 h 918525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66017 w 966017"/>
                <a:gd name="connsiteY1" fmla="*/ 941860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6623 h 941860"/>
                <a:gd name="connsiteX0" fmla="*/ 172720 w 966017"/>
                <a:gd name="connsiteY0" fmla="*/ 482597 h 941860"/>
                <a:gd name="connsiteX1" fmla="*/ 966017 w 966017"/>
                <a:gd name="connsiteY1" fmla="*/ 941860 h 941860"/>
                <a:gd name="connsiteX2" fmla="*/ 172720 w 966017"/>
                <a:gd name="connsiteY2" fmla="*/ 941860 h 941860"/>
                <a:gd name="connsiteX3" fmla="*/ 172720 w 966017"/>
                <a:gd name="connsiteY3" fmla="*/ 482597 h 941860"/>
                <a:gd name="connsiteX0" fmla="*/ 0 w 966017"/>
                <a:gd name="connsiteY0" fmla="*/ 0 h 941860"/>
                <a:gd name="connsiteX1" fmla="*/ 910137 w 966017"/>
                <a:gd name="connsiteY1" fmla="*/ 921546 h 941860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62274 h 921537"/>
                <a:gd name="connsiteX1" fmla="*/ 793297 w 793297"/>
                <a:gd name="connsiteY1" fmla="*/ 921537 h 921537"/>
                <a:gd name="connsiteX2" fmla="*/ 0 w 793297"/>
                <a:gd name="connsiteY2" fmla="*/ 921537 h 921537"/>
                <a:gd name="connsiteX3" fmla="*/ 0 w 793297"/>
                <a:gd name="connsiteY3" fmla="*/ 462274 h 921537"/>
                <a:gd name="connsiteX0" fmla="*/ 233680 w 793297"/>
                <a:gd name="connsiteY0" fmla="*/ 0 h 921537"/>
                <a:gd name="connsiteX1" fmla="*/ 737417 w 793297"/>
                <a:gd name="connsiteY1" fmla="*/ 901223 h 92153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492754 h 952017"/>
                <a:gd name="connsiteX1" fmla="*/ 793297 w 793297"/>
                <a:gd name="connsiteY1" fmla="*/ 952017 h 952017"/>
                <a:gd name="connsiteX2" fmla="*/ 0 w 793297"/>
                <a:gd name="connsiteY2" fmla="*/ 952017 h 952017"/>
                <a:gd name="connsiteX3" fmla="*/ 0 w 793297"/>
                <a:gd name="connsiteY3" fmla="*/ 492754 h 952017"/>
                <a:gd name="connsiteX0" fmla="*/ 248920 w 793297"/>
                <a:gd name="connsiteY0" fmla="*/ 0 h 952017"/>
                <a:gd name="connsiteX1" fmla="*/ 737417 w 793297"/>
                <a:gd name="connsiteY1" fmla="*/ 931703 h 95201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  <a:gd name="connsiteX0" fmla="*/ 0 w 793297"/>
                <a:gd name="connsiteY0" fmla="*/ 528314 h 987577"/>
                <a:gd name="connsiteX1" fmla="*/ 793297 w 793297"/>
                <a:gd name="connsiteY1" fmla="*/ 987577 h 987577"/>
                <a:gd name="connsiteX2" fmla="*/ 0 w 793297"/>
                <a:gd name="connsiteY2" fmla="*/ 987577 h 987577"/>
                <a:gd name="connsiteX3" fmla="*/ 0 w 793297"/>
                <a:gd name="connsiteY3" fmla="*/ 528314 h 987577"/>
                <a:gd name="connsiteX0" fmla="*/ 254000 w 793297"/>
                <a:gd name="connsiteY0" fmla="*/ 0 h 987577"/>
                <a:gd name="connsiteX1" fmla="*/ 737417 w 793297"/>
                <a:gd name="connsiteY1" fmla="*/ 967263 h 9875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93297" h="987577" stroke="0" extrusionOk="0">
                  <a:moveTo>
                    <a:pt x="0" y="528314"/>
                  </a:moveTo>
                  <a:cubicBezTo>
                    <a:pt x="438126" y="528314"/>
                    <a:pt x="793297" y="733933"/>
                    <a:pt x="793297" y="987577"/>
                  </a:cubicBezTo>
                  <a:lnTo>
                    <a:pt x="0" y="987577"/>
                  </a:lnTo>
                  <a:lnTo>
                    <a:pt x="0" y="528314"/>
                  </a:lnTo>
                  <a:close/>
                </a:path>
                <a:path w="793297" h="987577" fill="none">
                  <a:moveTo>
                    <a:pt x="254000" y="0"/>
                  </a:moveTo>
                  <a:cubicBezTo>
                    <a:pt x="656566" y="284483"/>
                    <a:pt x="640897" y="591702"/>
                    <a:pt x="737417" y="967263"/>
                  </a:cubicBezTo>
                </a:path>
              </a:pathLst>
            </a:custGeom>
            <a:ln w="28575">
              <a:solidFill>
                <a:schemeClr val="accent1">
                  <a:lumMod val="75000"/>
                </a:schemeClr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5" name="矩形 104"/>
              <p:cNvSpPr/>
              <p:nvPr/>
            </p:nvSpPr>
            <p:spPr>
              <a:xfrm>
                <a:off x="958794" y="3560150"/>
                <a:ext cx="1409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𝑟𝑒𝑓𝑙𝑒𝑥𝑡𝑖𝑜𝑛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5" name="矩形 10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8794" y="3560150"/>
                <a:ext cx="1409745" cy="369332"/>
              </a:xfrm>
              <a:prstGeom prst="rect">
                <a:avLst/>
              </a:prstGeom>
              <a:blipFill rotWithShape="0">
                <a:blip r:embed="rId11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矩形 105"/>
              <p:cNvSpPr/>
              <p:nvPr/>
            </p:nvSpPr>
            <p:spPr>
              <a:xfrm>
                <a:off x="3673131" y="3560150"/>
                <a:ext cx="16293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𝑟𝑒𝑓𝑙𝑒𝑥𝑡𝑖𝑜𝑛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06" name="矩形 10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3131" y="3560150"/>
                <a:ext cx="1629357" cy="369332"/>
              </a:xfrm>
              <a:prstGeom prst="rect">
                <a:avLst/>
              </a:prstGeom>
              <a:blipFill rotWithShape="0">
                <a:blip r:embed="rId1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矩形 107"/>
              <p:cNvSpPr/>
              <p:nvPr/>
            </p:nvSpPr>
            <p:spPr>
              <a:xfrm>
                <a:off x="6666035" y="3560150"/>
                <a:ext cx="158928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𝑟𝑒𝑓𝑙𝑒𝑥𝑡𝑖𝑜𝑛</m:t>
                        </m:r>
                      </m:e>
                      <m:sup>
                        <m:r>
                          <a:rPr lang="en-US" altLang="zh-CN" i="1" dirty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r>
                  <a:rPr lang="en-US" altLang="zh-CN" dirty="0" smtClean="0"/>
                  <a:t>+2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08" name="矩形 10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6035" y="3560150"/>
                <a:ext cx="1589281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154" t="-8197" r="-2308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 rot="10800000">
            <a:off x="3876762" y="219773"/>
            <a:ext cx="1236258" cy="1770393"/>
            <a:chOff x="3876762" y="-22817"/>
            <a:chExt cx="1236258" cy="1770393"/>
          </a:xfrm>
          <a:solidFill>
            <a:schemeClr val="accent2">
              <a:lumMod val="20000"/>
              <a:lumOff val="8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0" name="矩形 109"/>
                <p:cNvSpPr/>
                <p:nvPr/>
              </p:nvSpPr>
              <p:spPr>
                <a:xfrm rot="10800000">
                  <a:off x="4263572" y="1378244"/>
                  <a:ext cx="465705" cy="36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0" name="矩形 10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4263572" y="1378244"/>
                  <a:ext cx="465705" cy="369332"/>
                </a:xfrm>
                <a:prstGeom prst="rect">
                  <a:avLst/>
                </a:prstGeom>
                <a:blipFill rotWithShape="0"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1" name="矩形 110"/>
            <p:cNvSpPr/>
            <p:nvPr/>
          </p:nvSpPr>
          <p:spPr>
            <a:xfrm rot="10800000">
              <a:off x="3876762" y="482752"/>
              <a:ext cx="1236258" cy="572950"/>
            </a:xfrm>
            <a:prstGeom prst="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</a:rPr>
                <a:t>alignment</a:t>
              </a:r>
              <a:endParaRPr lang="en-US" altLang="zh-CN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12" name="直接箭头连接符 111"/>
            <p:cNvCxnSpPr>
              <a:stCxn id="110" idx="2"/>
              <a:endCxn id="111" idx="0"/>
            </p:cNvCxnSpPr>
            <p:nvPr/>
          </p:nvCxnSpPr>
          <p:spPr>
            <a:xfrm rot="10800000">
              <a:off x="4494891" y="1055702"/>
              <a:ext cx="1533" cy="322542"/>
            </a:xfrm>
            <a:prstGeom prst="straightConnector1">
              <a:avLst/>
            </a:prstGeom>
            <a:grpFill/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直接箭头连接符 112"/>
            <p:cNvCxnSpPr/>
            <p:nvPr/>
          </p:nvCxnSpPr>
          <p:spPr>
            <a:xfrm rot="10800000">
              <a:off x="4483950" y="-22817"/>
              <a:ext cx="12474" cy="443304"/>
            </a:xfrm>
            <a:prstGeom prst="straightConnector1">
              <a:avLst/>
            </a:prstGeom>
            <a:grpFill/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矩形 113"/>
              <p:cNvSpPr/>
              <p:nvPr/>
            </p:nvSpPr>
            <p:spPr>
              <a:xfrm>
                <a:off x="2879451" y="1553870"/>
                <a:ext cx="155940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4" name="矩形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79451" y="1553870"/>
                <a:ext cx="1559401" cy="369332"/>
              </a:xfrm>
              <a:prstGeom prst="rect">
                <a:avLst/>
              </a:prstGeom>
              <a:blipFill rotWithShape="0">
                <a:blip r:embed="rId15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5" name="组合 114"/>
          <p:cNvGrpSpPr/>
          <p:nvPr/>
        </p:nvGrpSpPr>
        <p:grpSpPr>
          <a:xfrm rot="10800000">
            <a:off x="6810233" y="219773"/>
            <a:ext cx="1236258" cy="1669951"/>
            <a:chOff x="3876762" y="77625"/>
            <a:chExt cx="1236258" cy="1669951"/>
          </a:xfrm>
          <a:solidFill>
            <a:schemeClr val="accent2">
              <a:lumMod val="20000"/>
              <a:lumOff val="80000"/>
            </a:schemeClr>
          </a:solidFill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6" name="矩形 115"/>
                <p:cNvSpPr/>
                <p:nvPr/>
              </p:nvSpPr>
              <p:spPr>
                <a:xfrm rot="10800000">
                  <a:off x="4153766" y="1378244"/>
                  <a:ext cx="685316" cy="369332"/>
                </a:xfrm>
                <a:prstGeom prst="rect">
                  <a:avLst/>
                </a:prstGeom>
                <a:noFill/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116" name="矩形 11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0800000">
                  <a:off x="4153766" y="1378244"/>
                  <a:ext cx="685316" cy="369332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8" name="矩形 117"/>
            <p:cNvSpPr/>
            <p:nvPr/>
          </p:nvSpPr>
          <p:spPr>
            <a:xfrm rot="10800000">
              <a:off x="3876762" y="482752"/>
              <a:ext cx="1236258" cy="572950"/>
            </a:xfrm>
            <a:prstGeom prst="rect">
              <a:avLst/>
            </a:prstGeom>
            <a:grpFill/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>
                  <a:solidFill>
                    <a:schemeClr val="accent1">
                      <a:lumMod val="75000"/>
                    </a:schemeClr>
                  </a:solidFill>
                </a:rPr>
                <a:t>alignment</a:t>
              </a:r>
              <a:endParaRPr lang="en-US" altLang="zh-CN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19" name="直接箭头连接符 118"/>
            <p:cNvCxnSpPr>
              <a:stCxn id="116" idx="2"/>
              <a:endCxn id="118" idx="0"/>
            </p:cNvCxnSpPr>
            <p:nvPr/>
          </p:nvCxnSpPr>
          <p:spPr>
            <a:xfrm rot="10800000">
              <a:off x="4494891" y="1055702"/>
              <a:ext cx="1533" cy="322542"/>
            </a:xfrm>
            <a:prstGeom prst="straightConnector1">
              <a:avLst/>
            </a:prstGeom>
            <a:grpFill/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接箭头连接符 119"/>
            <p:cNvCxnSpPr/>
            <p:nvPr/>
          </p:nvCxnSpPr>
          <p:spPr>
            <a:xfrm rot="10800000">
              <a:off x="4494891" y="77625"/>
              <a:ext cx="1533" cy="322542"/>
            </a:xfrm>
            <a:prstGeom prst="straightConnector1">
              <a:avLst/>
            </a:prstGeom>
            <a:grpFill/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1" name="矩形 120"/>
              <p:cNvSpPr/>
              <p:nvPr/>
            </p:nvSpPr>
            <p:spPr>
              <a:xfrm>
                <a:off x="5736722" y="1553870"/>
                <a:ext cx="17790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𝑝𝑎𝑟𝑎𝑚𝑒𝑡𝑒𝑟𝑠</m:t>
                          </m:r>
                        </m:e>
                        <m:sup>
                          <m:r>
                            <a:rPr lang="en-US" altLang="zh-CN" i="1" dirty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b="0" i="1" dirty="0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p>
                      </m:sSup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21" name="矩形 12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6722" y="1553870"/>
                <a:ext cx="1779013" cy="369332"/>
              </a:xfrm>
              <a:prstGeom prst="rect">
                <a:avLst/>
              </a:prstGeom>
              <a:blipFill rotWithShape="0">
                <a:blip r:embed="rId17"/>
                <a:stretch>
                  <a:fillRect b="-11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矩形 121"/>
          <p:cNvSpPr/>
          <p:nvPr/>
        </p:nvSpPr>
        <p:spPr>
          <a:xfrm>
            <a:off x="9742490" y="2010486"/>
            <a:ext cx="1322864" cy="82755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accent1">
                    <a:lumMod val="75000"/>
                  </a:schemeClr>
                </a:solidFill>
              </a:rPr>
              <a:t>action effects</a:t>
            </a:r>
            <a:endParaRPr lang="en-US" altLang="zh-C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17638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Freeform 13"/>
          <p:cNvSpPr>
            <a:spLocks/>
          </p:cNvSpPr>
          <p:nvPr/>
        </p:nvSpPr>
        <p:spPr bwMode="auto">
          <a:xfrm>
            <a:off x="12567706" y="2007306"/>
            <a:ext cx="1570350" cy="1694958"/>
          </a:xfrm>
          <a:custGeom>
            <a:avLst/>
            <a:gdLst>
              <a:gd name="T0" fmla="*/ 0 w 6915"/>
              <a:gd name="T1" fmla="*/ 3531 h 3531"/>
              <a:gd name="T2" fmla="*/ 1435 w 6915"/>
              <a:gd name="T3" fmla="*/ 3531 h 3531"/>
              <a:gd name="T4" fmla="*/ 1813 w 6915"/>
              <a:gd name="T5" fmla="*/ 3153 h 3531"/>
              <a:gd name="T6" fmla="*/ 1813 w 6915"/>
              <a:gd name="T7" fmla="*/ 378 h 3531"/>
              <a:gd name="T8" fmla="*/ 2191 w 6915"/>
              <a:gd name="T9" fmla="*/ 0 h 3531"/>
              <a:gd name="T10" fmla="*/ 6662 w 6915"/>
              <a:gd name="T11" fmla="*/ 0 h 3531"/>
              <a:gd name="T12" fmla="*/ 6915 w 6915"/>
              <a:gd name="T13" fmla="*/ 254 h 3531"/>
              <a:gd name="T14" fmla="*/ 6915 w 6915"/>
              <a:gd name="T15" fmla="*/ 507 h 3531"/>
              <a:gd name="connsiteX0" fmla="*/ 0 w 10233"/>
              <a:gd name="connsiteY0" fmla="*/ 10000 h 10000"/>
              <a:gd name="connsiteX1" fmla="*/ 2075 w 10233"/>
              <a:gd name="connsiteY1" fmla="*/ 10000 h 10000"/>
              <a:gd name="connsiteX2" fmla="*/ 2622 w 10233"/>
              <a:gd name="connsiteY2" fmla="*/ 8929 h 10000"/>
              <a:gd name="connsiteX3" fmla="*/ 2622 w 10233"/>
              <a:gd name="connsiteY3" fmla="*/ 1071 h 10000"/>
              <a:gd name="connsiteX4" fmla="*/ 3168 w 10233"/>
              <a:gd name="connsiteY4" fmla="*/ 0 h 10000"/>
              <a:gd name="connsiteX5" fmla="*/ 9634 w 10233"/>
              <a:gd name="connsiteY5" fmla="*/ 0 h 10000"/>
              <a:gd name="connsiteX6" fmla="*/ 10000 w 10233"/>
              <a:gd name="connsiteY6" fmla="*/ 1436 h 10000"/>
              <a:gd name="connsiteX0" fmla="*/ 0 w 9634"/>
              <a:gd name="connsiteY0" fmla="*/ 10000 h 10000"/>
              <a:gd name="connsiteX1" fmla="*/ 2075 w 9634"/>
              <a:gd name="connsiteY1" fmla="*/ 10000 h 10000"/>
              <a:gd name="connsiteX2" fmla="*/ 2622 w 9634"/>
              <a:gd name="connsiteY2" fmla="*/ 8929 h 10000"/>
              <a:gd name="connsiteX3" fmla="*/ 2622 w 9634"/>
              <a:gd name="connsiteY3" fmla="*/ 1071 h 10000"/>
              <a:gd name="connsiteX4" fmla="*/ 3168 w 9634"/>
              <a:gd name="connsiteY4" fmla="*/ 0 h 10000"/>
              <a:gd name="connsiteX5" fmla="*/ 9634 w 9634"/>
              <a:gd name="connsiteY5" fmla="*/ 0 h 10000"/>
              <a:gd name="connsiteX0" fmla="*/ 0 w 4144"/>
              <a:gd name="connsiteY0" fmla="*/ 10030 h 10030"/>
              <a:gd name="connsiteX1" fmla="*/ 2154 w 4144"/>
              <a:gd name="connsiteY1" fmla="*/ 10030 h 10030"/>
              <a:gd name="connsiteX2" fmla="*/ 2722 w 4144"/>
              <a:gd name="connsiteY2" fmla="*/ 8959 h 10030"/>
              <a:gd name="connsiteX3" fmla="*/ 2722 w 4144"/>
              <a:gd name="connsiteY3" fmla="*/ 1101 h 10030"/>
              <a:gd name="connsiteX4" fmla="*/ 3288 w 4144"/>
              <a:gd name="connsiteY4" fmla="*/ 30 h 10030"/>
              <a:gd name="connsiteX5" fmla="*/ 4144 w 4144"/>
              <a:gd name="connsiteY5" fmla="*/ 0 h 10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4" h="10030">
                <a:moveTo>
                  <a:pt x="0" y="10030"/>
                </a:moveTo>
                <a:lnTo>
                  <a:pt x="2154" y="10030"/>
                </a:lnTo>
                <a:cubicBezTo>
                  <a:pt x="2467" y="10030"/>
                  <a:pt x="2722" y="9551"/>
                  <a:pt x="2722" y="8959"/>
                </a:cubicBezTo>
                <a:lnTo>
                  <a:pt x="2722" y="1101"/>
                </a:lnTo>
                <a:cubicBezTo>
                  <a:pt x="2722" y="511"/>
                  <a:pt x="2975" y="30"/>
                  <a:pt x="3288" y="30"/>
                </a:cubicBezTo>
                <a:lnTo>
                  <a:pt x="4144" y="0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00" name="圆角矩形 99"/>
          <p:cNvSpPr/>
          <p:nvPr/>
        </p:nvSpPr>
        <p:spPr>
          <a:xfrm>
            <a:off x="-900960" y="1619446"/>
            <a:ext cx="4124469" cy="27376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0" name="椭圆 79"/>
          <p:cNvSpPr/>
          <p:nvPr/>
        </p:nvSpPr>
        <p:spPr>
          <a:xfrm flipH="1">
            <a:off x="-555709" y="3533412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3" name="椭圆 82"/>
          <p:cNvSpPr/>
          <p:nvPr/>
        </p:nvSpPr>
        <p:spPr>
          <a:xfrm flipH="1">
            <a:off x="481948" y="3533412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6" name="椭圆 85"/>
          <p:cNvSpPr/>
          <p:nvPr/>
        </p:nvSpPr>
        <p:spPr>
          <a:xfrm flipH="1">
            <a:off x="1568417" y="3533412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88" name="椭圆 87"/>
          <p:cNvSpPr/>
          <p:nvPr/>
        </p:nvSpPr>
        <p:spPr>
          <a:xfrm flipH="1">
            <a:off x="2606075" y="3533412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矩形 130"/>
              <p:cNvSpPr/>
              <p:nvPr/>
            </p:nvSpPr>
            <p:spPr>
              <a:xfrm>
                <a:off x="1343052" y="2613619"/>
                <a:ext cx="557146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1" name="矩形 13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3052" y="2613619"/>
                <a:ext cx="557146" cy="321245"/>
              </a:xfrm>
              <a:prstGeom prst="rect">
                <a:avLst/>
              </a:prstGeom>
              <a:blipFill rotWithShape="0">
                <a:blip r:embed="rId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矩形 131"/>
              <p:cNvSpPr/>
              <p:nvPr/>
            </p:nvSpPr>
            <p:spPr>
              <a:xfrm>
                <a:off x="408980" y="2622914"/>
                <a:ext cx="575473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2" name="矩形 1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8980" y="2622914"/>
                <a:ext cx="575473" cy="305282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矩形 133"/>
              <p:cNvSpPr/>
              <p:nvPr/>
            </p:nvSpPr>
            <p:spPr>
              <a:xfrm>
                <a:off x="-900960" y="3521882"/>
                <a:ext cx="974972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4" name="矩形 1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900960" y="3521882"/>
                <a:ext cx="974972" cy="3052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5" name="矩形 134"/>
              <p:cNvSpPr/>
              <p:nvPr/>
            </p:nvSpPr>
            <p:spPr>
              <a:xfrm>
                <a:off x="1227474" y="3521882"/>
                <a:ext cx="974972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5" name="矩形 1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7474" y="3521882"/>
                <a:ext cx="974972" cy="30528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9" name="矩形 138"/>
              <p:cNvSpPr/>
              <p:nvPr/>
            </p:nvSpPr>
            <p:spPr>
              <a:xfrm>
                <a:off x="2279586" y="3513217"/>
                <a:ext cx="943922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39" name="矩形 1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586" y="3513217"/>
                <a:ext cx="943922" cy="32124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0" name="矩形 139"/>
              <p:cNvSpPr/>
              <p:nvPr/>
            </p:nvSpPr>
            <p:spPr>
              <a:xfrm>
                <a:off x="136709" y="3513217"/>
                <a:ext cx="943922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0" name="矩形 13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709" y="3513217"/>
                <a:ext cx="943922" cy="321245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圆角矩形 1"/>
          <p:cNvSpPr/>
          <p:nvPr/>
        </p:nvSpPr>
        <p:spPr>
          <a:xfrm>
            <a:off x="903920" y="2212981"/>
            <a:ext cx="477506" cy="3400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19" name="组合 18"/>
          <p:cNvGrpSpPr/>
          <p:nvPr/>
        </p:nvGrpSpPr>
        <p:grpSpPr>
          <a:xfrm>
            <a:off x="-387378" y="2875336"/>
            <a:ext cx="1207961" cy="348706"/>
            <a:chOff x="1897357" y="2687977"/>
            <a:chExt cx="1521494" cy="387286"/>
          </a:xfrm>
        </p:grpSpPr>
        <p:sp>
          <p:nvSpPr>
            <p:cNvPr id="40" name="圆角矩形 39"/>
            <p:cNvSpPr/>
            <p:nvPr/>
          </p:nvSpPr>
          <p:spPr>
            <a:xfrm>
              <a:off x="2354036" y="2697576"/>
              <a:ext cx="601446" cy="3776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矩形 13"/>
                <p:cNvSpPr/>
                <p:nvPr/>
              </p:nvSpPr>
              <p:spPr>
                <a:xfrm>
                  <a:off x="1897357" y="2687977"/>
                  <a:ext cx="1521494" cy="3390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𝑝𝑑𝑑𝑙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4" name="矩形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7357" y="2687977"/>
                  <a:ext cx="1521494" cy="339058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1" name="组合 20"/>
          <p:cNvGrpSpPr/>
          <p:nvPr/>
        </p:nvGrpSpPr>
        <p:grpSpPr>
          <a:xfrm>
            <a:off x="1509431" y="2869938"/>
            <a:ext cx="1207961" cy="354796"/>
            <a:chOff x="3723296" y="2692712"/>
            <a:chExt cx="1521494" cy="394050"/>
          </a:xfrm>
        </p:grpSpPr>
        <p:sp>
          <p:nvSpPr>
            <p:cNvPr id="48" name="圆角矩形 47"/>
            <p:cNvSpPr/>
            <p:nvPr/>
          </p:nvSpPr>
          <p:spPr>
            <a:xfrm>
              <a:off x="4175355" y="2709075"/>
              <a:ext cx="601446" cy="3776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9" name="矩形 48"/>
                <p:cNvSpPr/>
                <p:nvPr/>
              </p:nvSpPr>
              <p:spPr>
                <a:xfrm>
                  <a:off x="3723296" y="2692712"/>
                  <a:ext cx="1521494" cy="3390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𝑝𝑑𝑑𝑙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49" name="矩形 4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296" y="2692712"/>
                  <a:ext cx="1521494" cy="339058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625341" y="2212981"/>
                <a:ext cx="1046375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𝑒𝑛𝑣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341" y="2212981"/>
                <a:ext cx="1046375" cy="305282"/>
              </a:xfrm>
              <a:prstGeom prst="rect">
                <a:avLst/>
              </a:prstGeom>
              <a:blipFill rotWithShape="0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肘形连接符 25"/>
          <p:cNvCxnSpPr>
            <a:stCxn id="2" idx="1"/>
            <a:endCxn id="14" idx="0"/>
          </p:cNvCxnSpPr>
          <p:nvPr/>
        </p:nvCxnSpPr>
        <p:spPr>
          <a:xfrm rot="10800000" flipV="1">
            <a:off x="216602" y="2383012"/>
            <a:ext cx="687318" cy="49232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40" idx="1"/>
            <a:endCxn id="80" idx="0"/>
          </p:cNvCxnSpPr>
          <p:nvPr/>
        </p:nvCxnSpPr>
        <p:spPr>
          <a:xfrm rot="10800000" flipV="1">
            <a:off x="-410453" y="3054009"/>
            <a:ext cx="385648" cy="4794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肘形连接符 33"/>
          <p:cNvCxnSpPr>
            <a:stCxn id="2" idx="3"/>
            <a:endCxn id="48" idx="0"/>
          </p:cNvCxnSpPr>
          <p:nvPr/>
        </p:nvCxnSpPr>
        <p:spPr>
          <a:xfrm>
            <a:off x="1381426" y="2383013"/>
            <a:ext cx="725661" cy="5016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48" idx="3"/>
            <a:endCxn id="88" idx="0"/>
          </p:cNvCxnSpPr>
          <p:nvPr/>
        </p:nvCxnSpPr>
        <p:spPr>
          <a:xfrm>
            <a:off x="2345840" y="3054703"/>
            <a:ext cx="405489" cy="47870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肘形连接符 49"/>
          <p:cNvCxnSpPr>
            <a:stCxn id="48" idx="1"/>
            <a:endCxn id="86" idx="0"/>
          </p:cNvCxnSpPr>
          <p:nvPr/>
        </p:nvCxnSpPr>
        <p:spPr>
          <a:xfrm rot="10800000" flipV="1">
            <a:off x="1713672" y="3054703"/>
            <a:ext cx="154662" cy="47870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肘形连接符 51"/>
          <p:cNvCxnSpPr>
            <a:stCxn id="40" idx="3"/>
            <a:endCxn id="140" idx="0"/>
          </p:cNvCxnSpPr>
          <p:nvPr/>
        </p:nvCxnSpPr>
        <p:spPr>
          <a:xfrm>
            <a:off x="452700" y="3054010"/>
            <a:ext cx="155970" cy="45920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连接符 53"/>
          <p:cNvCxnSpPr>
            <a:stCxn id="83" idx="4"/>
            <a:endCxn id="86" idx="4"/>
          </p:cNvCxnSpPr>
          <p:nvPr/>
        </p:nvCxnSpPr>
        <p:spPr>
          <a:xfrm rot="16200000" flipH="1">
            <a:off x="1170437" y="3287354"/>
            <a:ext cx="10660" cy="1086469"/>
          </a:xfrm>
          <a:prstGeom prst="bentConnector3">
            <a:avLst>
              <a:gd name="adj1" fmla="val 2371857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圆角矩形 127"/>
          <p:cNvSpPr/>
          <p:nvPr/>
        </p:nvSpPr>
        <p:spPr>
          <a:xfrm>
            <a:off x="4132760" y="1628950"/>
            <a:ext cx="4124469" cy="27376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9" name="椭圆 128"/>
          <p:cNvSpPr/>
          <p:nvPr/>
        </p:nvSpPr>
        <p:spPr>
          <a:xfrm flipH="1">
            <a:off x="4478011" y="354291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0" name="椭圆 129"/>
          <p:cNvSpPr/>
          <p:nvPr/>
        </p:nvSpPr>
        <p:spPr>
          <a:xfrm flipH="1">
            <a:off x="5515668" y="354291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3" name="椭圆 132"/>
          <p:cNvSpPr/>
          <p:nvPr/>
        </p:nvSpPr>
        <p:spPr>
          <a:xfrm flipH="1">
            <a:off x="6602136" y="354291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7" name="矩形 136"/>
              <p:cNvSpPr/>
              <p:nvPr/>
            </p:nvSpPr>
            <p:spPr>
              <a:xfrm>
                <a:off x="6376772" y="2501203"/>
                <a:ext cx="557146" cy="42312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37" name="矩形 13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6772" y="2501203"/>
                <a:ext cx="557146" cy="423129"/>
              </a:xfrm>
              <a:prstGeom prst="rect">
                <a:avLst/>
              </a:prstGeom>
              <a:blipFill rotWithShape="0">
                <a:blip r:embed="rId9"/>
                <a:stretch>
                  <a:fillRect b="-571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2" name="矩形 141"/>
              <p:cNvSpPr/>
              <p:nvPr/>
            </p:nvSpPr>
            <p:spPr>
              <a:xfrm>
                <a:off x="5442700" y="2510498"/>
                <a:ext cx="575473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2000" dirty="0"/>
              </a:p>
            </p:txBody>
          </p:sp>
        </mc:Choice>
        <mc:Fallback xmlns="">
          <p:sp>
            <p:nvSpPr>
              <p:cNvPr id="142" name="矩形 1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42700" y="2510498"/>
                <a:ext cx="575473" cy="400110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3" name="矩形 142"/>
              <p:cNvSpPr/>
              <p:nvPr/>
            </p:nvSpPr>
            <p:spPr>
              <a:xfrm>
                <a:off x="4132760" y="3531386"/>
                <a:ext cx="974972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3" name="矩形 1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2760" y="3531386"/>
                <a:ext cx="974972" cy="30528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4" name="矩形 143"/>
              <p:cNvSpPr/>
              <p:nvPr/>
            </p:nvSpPr>
            <p:spPr>
              <a:xfrm>
                <a:off x="6261194" y="3531386"/>
                <a:ext cx="974972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4" name="矩形 14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1194" y="3531386"/>
                <a:ext cx="974972" cy="30528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矩形 146"/>
              <p:cNvSpPr/>
              <p:nvPr/>
            </p:nvSpPr>
            <p:spPr>
              <a:xfrm>
                <a:off x="5170428" y="3522721"/>
                <a:ext cx="943922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47" name="矩形 14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0428" y="3522721"/>
                <a:ext cx="943922" cy="321245"/>
              </a:xfrm>
              <a:prstGeom prst="rect">
                <a:avLst/>
              </a:prstGeom>
              <a:blipFill rotWithShape="0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直接箭头连接符 147"/>
          <p:cNvCxnSpPr>
            <a:stCxn id="129" idx="4"/>
          </p:cNvCxnSpPr>
          <p:nvPr/>
        </p:nvCxnSpPr>
        <p:spPr>
          <a:xfrm>
            <a:off x="4623266" y="3840092"/>
            <a:ext cx="0" cy="913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圆角矩形 148"/>
          <p:cNvSpPr/>
          <p:nvPr/>
        </p:nvSpPr>
        <p:spPr>
          <a:xfrm>
            <a:off x="5937640" y="2222484"/>
            <a:ext cx="477506" cy="3400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0" name="圆角矩形 169"/>
          <p:cNvSpPr/>
          <p:nvPr/>
        </p:nvSpPr>
        <p:spPr>
          <a:xfrm>
            <a:off x="5008914" y="2894174"/>
            <a:ext cx="477507" cy="340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矩形 170"/>
              <p:cNvSpPr/>
              <p:nvPr/>
            </p:nvSpPr>
            <p:spPr>
              <a:xfrm>
                <a:off x="4646342" y="2885531"/>
                <a:ext cx="1207961" cy="3052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𝑒𝑛𝑣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1" name="矩形 17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6342" y="2885531"/>
                <a:ext cx="1207961" cy="305283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9" name="矩形 318"/>
              <p:cNvSpPr/>
              <p:nvPr/>
            </p:nvSpPr>
            <p:spPr>
              <a:xfrm>
                <a:off x="3054702" y="4002573"/>
                <a:ext cx="12079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𝒂𝒄𝒕𝒊𝒐𝒏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19" name="矩形 3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4702" y="4002573"/>
                <a:ext cx="1207961" cy="400110"/>
              </a:xfrm>
              <a:prstGeom prst="rect">
                <a:avLst/>
              </a:prstGeom>
              <a:blipFill rotWithShape="0"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0" name="矩形 319"/>
              <p:cNvSpPr/>
              <p:nvPr/>
            </p:nvSpPr>
            <p:spPr>
              <a:xfrm>
                <a:off x="8055151" y="4002573"/>
                <a:ext cx="120796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latin typeface="Cambria Math" panose="02040503050406030204" pitchFamily="18" charset="0"/>
                        </a:rPr>
                        <m:t>𝒂𝒄𝒕𝒊𝒐𝒏</m:t>
                      </m:r>
                    </m:oMath>
                  </m:oMathPara>
                </a14:m>
                <a:endParaRPr lang="zh-CN" altLang="en-US" sz="1400" b="1" dirty="0"/>
              </a:p>
            </p:txBody>
          </p:sp>
        </mc:Choice>
        <mc:Fallback xmlns="">
          <p:sp>
            <p:nvSpPr>
              <p:cNvPr id="320" name="矩形 31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55151" y="4002573"/>
                <a:ext cx="1207961" cy="400110"/>
              </a:xfrm>
              <a:prstGeom prst="rect">
                <a:avLst/>
              </a:prstGeom>
              <a:blipFill rotWithShape="0"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1" name="组合 150"/>
          <p:cNvGrpSpPr/>
          <p:nvPr/>
        </p:nvGrpSpPr>
        <p:grpSpPr>
          <a:xfrm>
            <a:off x="6543150" y="2879442"/>
            <a:ext cx="1207961" cy="354796"/>
            <a:chOff x="3723296" y="2692712"/>
            <a:chExt cx="1521494" cy="394050"/>
          </a:xfrm>
        </p:grpSpPr>
        <p:sp>
          <p:nvSpPr>
            <p:cNvPr id="168" name="圆角矩形 167"/>
            <p:cNvSpPr/>
            <p:nvPr/>
          </p:nvSpPr>
          <p:spPr>
            <a:xfrm>
              <a:off x="4175355" y="2709075"/>
              <a:ext cx="601446" cy="3776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9" name="矩形 168"/>
                <p:cNvSpPr/>
                <p:nvPr/>
              </p:nvSpPr>
              <p:spPr>
                <a:xfrm>
                  <a:off x="3723296" y="2692712"/>
                  <a:ext cx="1521494" cy="3390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</a:rPr>
                          <m:t>𝑒𝑛𝑣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69" name="矩形 1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296" y="2692712"/>
                  <a:ext cx="1521494" cy="339058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53" name="矩形 152"/>
              <p:cNvSpPr/>
              <p:nvPr/>
            </p:nvSpPr>
            <p:spPr>
              <a:xfrm>
                <a:off x="5659061" y="2222484"/>
                <a:ext cx="1046375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smtClean="0">
                          <a:latin typeface="Cambria Math" panose="02040503050406030204" pitchFamily="18" charset="0"/>
                        </a:rPr>
                        <m:t>𝑝𝑑𝑑𝑙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53" name="矩形 1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9061" y="2222484"/>
                <a:ext cx="1046375" cy="307777"/>
              </a:xfrm>
              <a:prstGeom prst="rect">
                <a:avLst/>
              </a:prstGeom>
              <a:blipFill rotWithShape="0">
                <a:blip r:embed="rId17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5" name="圆角矩形 164"/>
          <p:cNvSpPr/>
          <p:nvPr/>
        </p:nvSpPr>
        <p:spPr>
          <a:xfrm>
            <a:off x="6356808" y="4761064"/>
            <a:ext cx="1275843" cy="5697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6" name="圆角矩形 165"/>
          <p:cNvSpPr/>
          <p:nvPr/>
        </p:nvSpPr>
        <p:spPr>
          <a:xfrm>
            <a:off x="4043400" y="4765045"/>
            <a:ext cx="2082471" cy="5553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7" name="矩形 166"/>
          <p:cNvSpPr/>
          <p:nvPr/>
        </p:nvSpPr>
        <p:spPr>
          <a:xfrm>
            <a:off x="3914291" y="4789156"/>
            <a:ext cx="232519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smtClean="0"/>
              <a:t>rollback to previous </a:t>
            </a:r>
            <a:r>
              <a:rPr lang="en-US" altLang="zh-CN" sz="1400" smtClean="0"/>
              <a:t>step </a:t>
            </a:r>
          </a:p>
          <a:p>
            <a:pPr algn="ctr"/>
            <a:r>
              <a:rPr lang="en-US" altLang="zh-CN" sz="1400" smtClean="0"/>
              <a:t>and </a:t>
            </a:r>
            <a:r>
              <a:rPr lang="en-US" altLang="zh-CN" sz="1400" dirty="0" smtClean="0"/>
              <a:t>resample action</a:t>
            </a:r>
            <a:endParaRPr lang="zh-CN" altLang="en-US" sz="1400" dirty="0"/>
          </a:p>
        </p:txBody>
      </p:sp>
      <p:sp>
        <p:nvSpPr>
          <p:cNvPr id="160" name="矩形 159"/>
          <p:cNvSpPr/>
          <p:nvPr/>
        </p:nvSpPr>
        <p:spPr>
          <a:xfrm>
            <a:off x="6006949" y="4749575"/>
            <a:ext cx="1993799" cy="51897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smtClean="0"/>
              <a:t>error </a:t>
            </a:r>
          </a:p>
          <a:p>
            <a:pPr algn="ctr"/>
            <a:r>
              <a:rPr lang="en-US" altLang="zh-CN" sz="1400" dirty="0" smtClean="0"/>
              <a:t>attribution</a:t>
            </a:r>
            <a:endParaRPr lang="zh-CN" altLang="en-US" sz="1400" dirty="0"/>
          </a:p>
        </p:txBody>
      </p:sp>
      <p:cxnSp>
        <p:nvCxnSpPr>
          <p:cNvPr id="161" name="肘形连接符 160"/>
          <p:cNvCxnSpPr>
            <a:stCxn id="168" idx="1"/>
            <a:endCxn id="133" idx="0"/>
          </p:cNvCxnSpPr>
          <p:nvPr/>
        </p:nvCxnSpPr>
        <p:spPr>
          <a:xfrm rot="10800000" flipV="1">
            <a:off x="6747392" y="3064206"/>
            <a:ext cx="154663" cy="478709"/>
          </a:xfrm>
          <a:prstGeom prst="bentConnector2">
            <a:avLst/>
          </a:prstGeom>
          <a:ln w="57150">
            <a:solidFill>
              <a:schemeClr val="tx1"/>
            </a:solidFill>
            <a:headEnd type="none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肘形连接符 161"/>
          <p:cNvCxnSpPr>
            <a:stCxn id="170" idx="3"/>
            <a:endCxn id="147" idx="0"/>
          </p:cNvCxnSpPr>
          <p:nvPr/>
        </p:nvCxnSpPr>
        <p:spPr>
          <a:xfrm>
            <a:off x="5486421" y="3064206"/>
            <a:ext cx="155968" cy="458515"/>
          </a:xfrm>
          <a:prstGeom prst="bentConnector2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圆角矩形 172"/>
          <p:cNvSpPr/>
          <p:nvPr/>
        </p:nvSpPr>
        <p:spPr>
          <a:xfrm>
            <a:off x="9168727" y="1645920"/>
            <a:ext cx="4124469" cy="273760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4" name="椭圆 173"/>
          <p:cNvSpPr/>
          <p:nvPr/>
        </p:nvSpPr>
        <p:spPr>
          <a:xfrm flipH="1">
            <a:off x="9513978" y="355988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5" name="椭圆 174"/>
          <p:cNvSpPr/>
          <p:nvPr/>
        </p:nvSpPr>
        <p:spPr>
          <a:xfrm flipH="1">
            <a:off x="10551635" y="355988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6" name="椭圆 175"/>
          <p:cNvSpPr/>
          <p:nvPr/>
        </p:nvSpPr>
        <p:spPr>
          <a:xfrm flipH="1">
            <a:off x="11638103" y="355988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77" name="椭圆 176"/>
          <p:cNvSpPr/>
          <p:nvPr/>
        </p:nvSpPr>
        <p:spPr>
          <a:xfrm flipH="1">
            <a:off x="12675761" y="3559886"/>
            <a:ext cx="290511" cy="29717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8" name="矩形 177"/>
              <p:cNvSpPr/>
              <p:nvPr/>
            </p:nvSpPr>
            <p:spPr>
              <a:xfrm>
                <a:off x="11412739" y="2640093"/>
                <a:ext cx="557146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78" name="矩形 17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12739" y="2640093"/>
                <a:ext cx="557146" cy="321245"/>
              </a:xfrm>
              <a:prstGeom prst="rect">
                <a:avLst/>
              </a:prstGeom>
              <a:blipFill rotWithShape="0"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0" name="矩形 179"/>
              <p:cNvSpPr/>
              <p:nvPr/>
            </p:nvSpPr>
            <p:spPr>
              <a:xfrm>
                <a:off x="10478667" y="2649388"/>
                <a:ext cx="575473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0" name="矩形 17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78667" y="2649388"/>
                <a:ext cx="575473" cy="305282"/>
              </a:xfrm>
              <a:prstGeom prst="rect">
                <a:avLst/>
              </a:prstGeom>
              <a:blipFill rotWithShape="0"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1" name="矩形 180"/>
              <p:cNvSpPr/>
              <p:nvPr/>
            </p:nvSpPr>
            <p:spPr>
              <a:xfrm>
                <a:off x="9168727" y="3548356"/>
                <a:ext cx="974972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1" name="矩形 18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68727" y="3548356"/>
                <a:ext cx="974972" cy="30528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2" name="矩形 181"/>
              <p:cNvSpPr/>
              <p:nvPr/>
            </p:nvSpPr>
            <p:spPr>
              <a:xfrm>
                <a:off x="11297161" y="3548356"/>
                <a:ext cx="974972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2" name="矩形 18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97161" y="3548356"/>
                <a:ext cx="974972" cy="305282"/>
              </a:xfrm>
              <a:prstGeom prst="rect">
                <a:avLst/>
              </a:prstGeom>
              <a:blipFill rotWithShape="0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3" name="矩形 182"/>
              <p:cNvSpPr/>
              <p:nvPr/>
            </p:nvSpPr>
            <p:spPr>
              <a:xfrm>
                <a:off x="12349272" y="3539691"/>
                <a:ext cx="943922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3" name="矩形 18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9272" y="3539691"/>
                <a:ext cx="943922" cy="321245"/>
              </a:xfrm>
              <a:prstGeom prst="rect">
                <a:avLst/>
              </a:prstGeom>
              <a:blipFill rotWithShape="0">
                <a:blip r:embed="rId1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4" name="矩形 183"/>
              <p:cNvSpPr/>
              <p:nvPr/>
            </p:nvSpPr>
            <p:spPr>
              <a:xfrm>
                <a:off x="10206395" y="3539691"/>
                <a:ext cx="943922" cy="3212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√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4" name="矩形 18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6395" y="3539691"/>
                <a:ext cx="943922" cy="321245"/>
              </a:xfrm>
              <a:prstGeom prst="rect">
                <a:avLst/>
              </a:prstGeom>
              <a:blipFill rotWithShape="0">
                <a:blip r:embed="rId12"/>
                <a:stretch>
                  <a:fillRect b="-1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6" name="圆角矩形 185"/>
          <p:cNvSpPr/>
          <p:nvPr/>
        </p:nvSpPr>
        <p:spPr>
          <a:xfrm>
            <a:off x="10973607" y="2239454"/>
            <a:ext cx="477506" cy="34006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187" name="组合 186"/>
          <p:cNvGrpSpPr/>
          <p:nvPr/>
        </p:nvGrpSpPr>
        <p:grpSpPr>
          <a:xfrm>
            <a:off x="9682309" y="2901810"/>
            <a:ext cx="1207961" cy="348706"/>
            <a:chOff x="1897357" y="2687977"/>
            <a:chExt cx="1521494" cy="387286"/>
          </a:xfrm>
        </p:grpSpPr>
        <p:sp>
          <p:nvSpPr>
            <p:cNvPr id="205" name="圆角矩形 204"/>
            <p:cNvSpPr/>
            <p:nvPr/>
          </p:nvSpPr>
          <p:spPr>
            <a:xfrm>
              <a:off x="2354036" y="2697576"/>
              <a:ext cx="601446" cy="3776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6" name="矩形 205"/>
                <p:cNvSpPr/>
                <p:nvPr/>
              </p:nvSpPr>
              <p:spPr>
                <a:xfrm>
                  <a:off x="1897357" y="2687977"/>
                  <a:ext cx="1521494" cy="3390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𝑝𝑑𝑑𝑙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06" name="矩形 20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7357" y="2687977"/>
                  <a:ext cx="1521494" cy="339058"/>
                </a:xfrm>
                <a:prstGeom prst="rect">
                  <a:avLst/>
                </a:prstGeom>
                <a:blipFill rotWithShape="0">
                  <a:blip r:embed="rId20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88" name="组合 187"/>
          <p:cNvGrpSpPr/>
          <p:nvPr/>
        </p:nvGrpSpPr>
        <p:grpSpPr>
          <a:xfrm>
            <a:off x="11579117" y="2896412"/>
            <a:ext cx="1207961" cy="354796"/>
            <a:chOff x="3723296" y="2692712"/>
            <a:chExt cx="1521494" cy="394050"/>
          </a:xfrm>
        </p:grpSpPr>
        <p:sp>
          <p:nvSpPr>
            <p:cNvPr id="203" name="圆角矩形 202"/>
            <p:cNvSpPr/>
            <p:nvPr/>
          </p:nvSpPr>
          <p:spPr>
            <a:xfrm>
              <a:off x="4175355" y="2709075"/>
              <a:ext cx="601446" cy="377687"/>
            </a:xfrm>
            <a:prstGeom prst="round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4" name="矩形 203"/>
                <p:cNvSpPr/>
                <p:nvPr/>
              </p:nvSpPr>
              <p:spPr>
                <a:xfrm>
                  <a:off x="3723296" y="2692712"/>
                  <a:ext cx="1521494" cy="33905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i="1" dirty="0">
                            <a:latin typeface="Cambria Math" panose="02040503050406030204" pitchFamily="18" charset="0"/>
                          </a:rPr>
                          <m:t>𝑝𝑑𝑑𝑙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204" name="矩形 20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23296" y="2692712"/>
                  <a:ext cx="1521494" cy="339058"/>
                </a:xfrm>
                <a:prstGeom prst="rect">
                  <a:avLst/>
                </a:prstGeom>
                <a:blipFill rotWithShape="0">
                  <a:blip r:embed="rId21"/>
                  <a:stretch>
                    <a:fillRect b="-8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9" name="矩形 188"/>
              <p:cNvSpPr/>
              <p:nvPr/>
            </p:nvSpPr>
            <p:spPr>
              <a:xfrm>
                <a:off x="10695028" y="2239454"/>
                <a:ext cx="1046375" cy="3052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400" i="1" dirty="0">
                          <a:latin typeface="Cambria Math" panose="02040503050406030204" pitchFamily="18" charset="0"/>
                        </a:rPr>
                        <m:t>𝑒𝑛𝑣</m:t>
                      </m:r>
                    </m:oMath>
                  </m:oMathPara>
                </a14:m>
                <a:endParaRPr lang="zh-CN" altLang="en-US" sz="1400" dirty="0"/>
              </a:p>
            </p:txBody>
          </p:sp>
        </mc:Choice>
        <mc:Fallback xmlns="">
          <p:sp>
            <p:nvSpPr>
              <p:cNvPr id="189" name="矩形 18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95028" y="2239454"/>
                <a:ext cx="1046375" cy="305282"/>
              </a:xfrm>
              <a:prstGeom prst="rect">
                <a:avLst/>
              </a:prstGeom>
              <a:blipFill rotWithShape="0"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0" name="肘形连接符 189"/>
          <p:cNvCxnSpPr>
            <a:stCxn id="186" idx="1"/>
            <a:endCxn id="206" idx="0"/>
          </p:cNvCxnSpPr>
          <p:nvPr/>
        </p:nvCxnSpPr>
        <p:spPr>
          <a:xfrm rot="10800000" flipV="1">
            <a:off x="10286289" y="2409485"/>
            <a:ext cx="687318" cy="492324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肘形连接符 190"/>
          <p:cNvCxnSpPr>
            <a:stCxn id="205" idx="1"/>
            <a:endCxn id="174" idx="0"/>
          </p:cNvCxnSpPr>
          <p:nvPr/>
        </p:nvCxnSpPr>
        <p:spPr>
          <a:xfrm rot="10800000" flipV="1">
            <a:off x="9659234" y="3080483"/>
            <a:ext cx="385648" cy="479402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肘形连接符 191"/>
          <p:cNvCxnSpPr>
            <a:stCxn id="186" idx="3"/>
            <a:endCxn id="203" idx="0"/>
          </p:cNvCxnSpPr>
          <p:nvPr/>
        </p:nvCxnSpPr>
        <p:spPr>
          <a:xfrm>
            <a:off x="11451113" y="2409487"/>
            <a:ext cx="725661" cy="501658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肘形连接符 192"/>
          <p:cNvCxnSpPr>
            <a:stCxn id="203" idx="3"/>
            <a:endCxn id="177" idx="0"/>
          </p:cNvCxnSpPr>
          <p:nvPr/>
        </p:nvCxnSpPr>
        <p:spPr>
          <a:xfrm>
            <a:off x="12415527" y="3081177"/>
            <a:ext cx="405489" cy="47870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肘形连接符 195"/>
          <p:cNvCxnSpPr>
            <a:stCxn id="203" idx="1"/>
            <a:endCxn id="176" idx="0"/>
          </p:cNvCxnSpPr>
          <p:nvPr/>
        </p:nvCxnSpPr>
        <p:spPr>
          <a:xfrm rot="10800000" flipV="1">
            <a:off x="11783358" y="3081176"/>
            <a:ext cx="154662" cy="478709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肘形连接符 196"/>
          <p:cNvCxnSpPr>
            <a:stCxn id="205" idx="3"/>
            <a:endCxn id="184" idx="0"/>
          </p:cNvCxnSpPr>
          <p:nvPr/>
        </p:nvCxnSpPr>
        <p:spPr>
          <a:xfrm>
            <a:off x="10522386" y="3080484"/>
            <a:ext cx="155970" cy="459207"/>
          </a:xfrm>
          <a:prstGeom prst="bentConnector2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肘形连接符 197"/>
          <p:cNvCxnSpPr>
            <a:stCxn id="175" idx="4"/>
            <a:endCxn id="176" idx="4"/>
          </p:cNvCxnSpPr>
          <p:nvPr/>
        </p:nvCxnSpPr>
        <p:spPr>
          <a:xfrm rot="16200000" flipH="1">
            <a:off x="11240124" y="3313828"/>
            <a:ext cx="10660" cy="1086469"/>
          </a:xfrm>
          <a:prstGeom prst="bentConnector3">
            <a:avLst>
              <a:gd name="adj1" fmla="val 2657786"/>
            </a:avLst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7" name="Freeform 18"/>
          <p:cNvSpPr>
            <a:spLocks/>
          </p:cNvSpPr>
          <p:nvPr/>
        </p:nvSpPr>
        <p:spPr bwMode="auto">
          <a:xfrm>
            <a:off x="4629931" y="3060090"/>
            <a:ext cx="357119" cy="453128"/>
          </a:xfrm>
          <a:custGeom>
            <a:avLst/>
            <a:gdLst>
              <a:gd name="T0" fmla="*/ 809 w 809"/>
              <a:gd name="T1" fmla="*/ 0 h 744"/>
              <a:gd name="T2" fmla="*/ 378 w 809"/>
              <a:gd name="T3" fmla="*/ 0 h 744"/>
              <a:gd name="T4" fmla="*/ 0 w 809"/>
              <a:gd name="T5" fmla="*/ 378 h 744"/>
              <a:gd name="T6" fmla="*/ 0 w 809"/>
              <a:gd name="T7" fmla="*/ 74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9" h="744">
                <a:moveTo>
                  <a:pt x="809" y="0"/>
                </a:moveTo>
                <a:lnTo>
                  <a:pt x="378" y="0"/>
                </a:lnTo>
                <a:cubicBezTo>
                  <a:pt x="169" y="0"/>
                  <a:pt x="0" y="170"/>
                  <a:pt x="0" y="378"/>
                </a:cubicBezTo>
                <a:lnTo>
                  <a:pt x="0" y="744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9" name="Freeform 18"/>
          <p:cNvSpPr>
            <a:spLocks/>
          </p:cNvSpPr>
          <p:nvPr/>
        </p:nvSpPr>
        <p:spPr bwMode="auto">
          <a:xfrm flipH="1">
            <a:off x="7403740" y="3143988"/>
            <a:ext cx="291809" cy="423760"/>
          </a:xfrm>
          <a:custGeom>
            <a:avLst/>
            <a:gdLst>
              <a:gd name="T0" fmla="*/ 809 w 809"/>
              <a:gd name="T1" fmla="*/ 0 h 744"/>
              <a:gd name="T2" fmla="*/ 378 w 809"/>
              <a:gd name="T3" fmla="*/ 0 h 744"/>
              <a:gd name="T4" fmla="*/ 0 w 809"/>
              <a:gd name="T5" fmla="*/ 378 h 744"/>
              <a:gd name="T6" fmla="*/ 0 w 809"/>
              <a:gd name="T7" fmla="*/ 74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9" h="744">
                <a:moveTo>
                  <a:pt x="809" y="0"/>
                </a:moveTo>
                <a:lnTo>
                  <a:pt x="378" y="0"/>
                </a:lnTo>
                <a:cubicBezTo>
                  <a:pt x="169" y="0"/>
                  <a:pt x="0" y="170"/>
                  <a:pt x="0" y="378"/>
                </a:cubicBezTo>
                <a:lnTo>
                  <a:pt x="0" y="744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3" name="Freeform 23"/>
          <p:cNvSpPr>
            <a:spLocks/>
          </p:cNvSpPr>
          <p:nvPr/>
        </p:nvSpPr>
        <p:spPr bwMode="auto">
          <a:xfrm>
            <a:off x="5250321" y="2393333"/>
            <a:ext cx="671886" cy="496275"/>
          </a:xfrm>
          <a:custGeom>
            <a:avLst/>
            <a:gdLst>
              <a:gd name="T0" fmla="*/ 1444 w 1444"/>
              <a:gd name="T1" fmla="*/ 0 h 994"/>
              <a:gd name="T2" fmla="*/ 378 w 1444"/>
              <a:gd name="T3" fmla="*/ 0 h 994"/>
              <a:gd name="T4" fmla="*/ 0 w 1444"/>
              <a:gd name="T5" fmla="*/ 378 h 994"/>
              <a:gd name="T6" fmla="*/ 0 w 1444"/>
              <a:gd name="T7" fmla="*/ 994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4" h="994">
                <a:moveTo>
                  <a:pt x="1444" y="0"/>
                </a:moveTo>
                <a:lnTo>
                  <a:pt x="378" y="0"/>
                </a:lnTo>
                <a:cubicBezTo>
                  <a:pt x="170" y="0"/>
                  <a:pt x="0" y="170"/>
                  <a:pt x="0" y="378"/>
                </a:cubicBezTo>
                <a:lnTo>
                  <a:pt x="0" y="994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4" name="Freeform 23"/>
          <p:cNvSpPr>
            <a:spLocks/>
          </p:cNvSpPr>
          <p:nvPr/>
        </p:nvSpPr>
        <p:spPr bwMode="auto">
          <a:xfrm flipH="1">
            <a:off x="6426910" y="2472537"/>
            <a:ext cx="618782" cy="415833"/>
          </a:xfrm>
          <a:custGeom>
            <a:avLst/>
            <a:gdLst>
              <a:gd name="T0" fmla="*/ 1444 w 1444"/>
              <a:gd name="T1" fmla="*/ 0 h 994"/>
              <a:gd name="T2" fmla="*/ 378 w 1444"/>
              <a:gd name="T3" fmla="*/ 0 h 994"/>
              <a:gd name="T4" fmla="*/ 0 w 1444"/>
              <a:gd name="T5" fmla="*/ 378 h 994"/>
              <a:gd name="T6" fmla="*/ 0 w 1444"/>
              <a:gd name="T7" fmla="*/ 994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4" h="994">
                <a:moveTo>
                  <a:pt x="1444" y="0"/>
                </a:moveTo>
                <a:lnTo>
                  <a:pt x="378" y="0"/>
                </a:lnTo>
                <a:cubicBezTo>
                  <a:pt x="170" y="0"/>
                  <a:pt x="0" y="170"/>
                  <a:pt x="0" y="378"/>
                </a:cubicBezTo>
                <a:lnTo>
                  <a:pt x="0" y="994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9" name="Freeform 27"/>
          <p:cNvSpPr>
            <a:spLocks/>
          </p:cNvSpPr>
          <p:nvPr/>
        </p:nvSpPr>
        <p:spPr bwMode="auto">
          <a:xfrm>
            <a:off x="5665746" y="58278"/>
            <a:ext cx="1086975" cy="246905"/>
          </a:xfrm>
          <a:custGeom>
            <a:avLst/>
            <a:gdLst>
              <a:gd name="T0" fmla="*/ 0 w 2333"/>
              <a:gd name="T1" fmla="*/ 0 h 545"/>
              <a:gd name="T2" fmla="*/ 0 w 2333"/>
              <a:gd name="T3" fmla="*/ 273 h 545"/>
              <a:gd name="T4" fmla="*/ 273 w 2333"/>
              <a:gd name="T5" fmla="*/ 545 h 545"/>
              <a:gd name="T6" fmla="*/ 2061 w 2333"/>
              <a:gd name="T7" fmla="*/ 545 h 545"/>
              <a:gd name="T8" fmla="*/ 2333 w 2333"/>
              <a:gd name="T9" fmla="*/ 273 h 545"/>
              <a:gd name="T10" fmla="*/ 2333 w 2333"/>
              <a:gd name="T11" fmla="*/ 0 h 5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333" h="545">
                <a:moveTo>
                  <a:pt x="0" y="0"/>
                </a:moveTo>
                <a:lnTo>
                  <a:pt x="0" y="273"/>
                </a:lnTo>
                <a:cubicBezTo>
                  <a:pt x="0" y="423"/>
                  <a:pt x="122" y="545"/>
                  <a:pt x="273" y="545"/>
                </a:cubicBezTo>
                <a:lnTo>
                  <a:pt x="2061" y="545"/>
                </a:lnTo>
                <a:cubicBezTo>
                  <a:pt x="2211" y="545"/>
                  <a:pt x="2333" y="423"/>
                  <a:pt x="2333" y="273"/>
                </a:cubicBezTo>
                <a:lnTo>
                  <a:pt x="2333" y="0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303" name="直接箭头连接符 302"/>
          <p:cNvCxnSpPr/>
          <p:nvPr/>
        </p:nvCxnSpPr>
        <p:spPr>
          <a:xfrm flipH="1">
            <a:off x="5665045" y="3840092"/>
            <a:ext cx="1" cy="913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1" name="Freeform 31"/>
          <p:cNvSpPr>
            <a:spLocks/>
          </p:cNvSpPr>
          <p:nvPr/>
        </p:nvSpPr>
        <p:spPr bwMode="auto">
          <a:xfrm>
            <a:off x="6888117" y="3791778"/>
            <a:ext cx="331020" cy="953012"/>
          </a:xfrm>
          <a:custGeom>
            <a:avLst/>
            <a:gdLst>
              <a:gd name="T0" fmla="*/ 0 w 521"/>
              <a:gd name="T1" fmla="*/ 0 h 3140"/>
              <a:gd name="T2" fmla="*/ 261 w 521"/>
              <a:gd name="T3" fmla="*/ 0 h 3140"/>
              <a:gd name="T4" fmla="*/ 521 w 521"/>
              <a:gd name="T5" fmla="*/ 261 h 3140"/>
              <a:gd name="T6" fmla="*/ 521 w 521"/>
              <a:gd name="T7" fmla="*/ 3140 h 3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1" h="3140">
                <a:moveTo>
                  <a:pt x="0" y="0"/>
                </a:moveTo>
                <a:lnTo>
                  <a:pt x="261" y="0"/>
                </a:lnTo>
                <a:cubicBezTo>
                  <a:pt x="405" y="0"/>
                  <a:pt x="521" y="117"/>
                  <a:pt x="521" y="261"/>
                </a:cubicBezTo>
                <a:lnTo>
                  <a:pt x="521" y="3140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321" name="组合 320"/>
          <p:cNvGrpSpPr/>
          <p:nvPr/>
        </p:nvGrpSpPr>
        <p:grpSpPr>
          <a:xfrm>
            <a:off x="7313305" y="3522721"/>
            <a:ext cx="943922" cy="321245"/>
            <a:chOff x="7313305" y="3522721"/>
            <a:chExt cx="943922" cy="321245"/>
          </a:xfrm>
        </p:grpSpPr>
        <p:sp>
          <p:nvSpPr>
            <p:cNvPr id="136" name="椭圆 135"/>
            <p:cNvSpPr/>
            <p:nvPr/>
          </p:nvSpPr>
          <p:spPr>
            <a:xfrm flipH="1">
              <a:off x="7639794" y="3542916"/>
              <a:ext cx="290511" cy="297176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accent5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6" name="矩形 145"/>
                <p:cNvSpPr/>
                <p:nvPr/>
              </p:nvSpPr>
              <p:spPr>
                <a:xfrm>
                  <a:off x="7313305" y="3522721"/>
                  <a:ext cx="943922" cy="32124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√</m:t>
                        </m:r>
                      </m:oMath>
                    </m:oMathPara>
                  </a14:m>
                  <a:endParaRPr lang="zh-CN" altLang="en-US" sz="1400" dirty="0"/>
                </a:p>
              </p:txBody>
            </p:sp>
          </mc:Choice>
          <mc:Fallback xmlns="">
            <p:sp>
              <p:nvSpPr>
                <p:cNvPr id="146" name="矩形 1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13305" y="3522721"/>
                  <a:ext cx="943922" cy="321245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6" name="直接箭头连接符 115"/>
          <p:cNvCxnSpPr/>
          <p:nvPr/>
        </p:nvCxnSpPr>
        <p:spPr>
          <a:xfrm flipH="1">
            <a:off x="6763269" y="3840092"/>
            <a:ext cx="1" cy="9046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116"/>
          <p:cNvCxnSpPr/>
          <p:nvPr/>
        </p:nvCxnSpPr>
        <p:spPr>
          <a:xfrm flipH="1">
            <a:off x="7792059" y="3840092"/>
            <a:ext cx="1" cy="1733938"/>
          </a:xfrm>
          <a:prstGeom prst="straightConnector1">
            <a:avLst/>
          </a:prstGeom>
          <a:ln w="571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圆角矩形 122"/>
          <p:cNvSpPr/>
          <p:nvPr/>
        </p:nvSpPr>
        <p:spPr>
          <a:xfrm>
            <a:off x="4043400" y="5585519"/>
            <a:ext cx="4011751" cy="3266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24" name="矩形 123"/>
          <p:cNvSpPr/>
          <p:nvPr/>
        </p:nvSpPr>
        <p:spPr>
          <a:xfrm>
            <a:off x="3914290" y="5596018"/>
            <a:ext cx="427720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b="0" dirty="0" smtClean="0"/>
              <a:t>possible effect or precondition error</a:t>
            </a:r>
            <a:endParaRPr lang="zh-CN" altLang="en-US" sz="1400" dirty="0"/>
          </a:p>
        </p:txBody>
      </p:sp>
      <p:sp>
        <p:nvSpPr>
          <p:cNvPr id="127" name="Freeform 23"/>
          <p:cNvSpPr>
            <a:spLocks/>
          </p:cNvSpPr>
          <p:nvPr/>
        </p:nvSpPr>
        <p:spPr bwMode="auto">
          <a:xfrm flipH="1">
            <a:off x="6433329" y="2349559"/>
            <a:ext cx="788288" cy="537249"/>
          </a:xfrm>
          <a:custGeom>
            <a:avLst/>
            <a:gdLst>
              <a:gd name="T0" fmla="*/ 1444 w 1444"/>
              <a:gd name="T1" fmla="*/ 0 h 994"/>
              <a:gd name="T2" fmla="*/ 378 w 1444"/>
              <a:gd name="T3" fmla="*/ 0 h 994"/>
              <a:gd name="T4" fmla="*/ 0 w 1444"/>
              <a:gd name="T5" fmla="*/ 378 h 994"/>
              <a:gd name="T6" fmla="*/ 0 w 1444"/>
              <a:gd name="T7" fmla="*/ 994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4" h="994">
                <a:moveTo>
                  <a:pt x="1444" y="0"/>
                </a:moveTo>
                <a:lnTo>
                  <a:pt x="378" y="0"/>
                </a:lnTo>
                <a:cubicBezTo>
                  <a:pt x="170" y="0"/>
                  <a:pt x="0" y="170"/>
                  <a:pt x="0" y="378"/>
                </a:cubicBezTo>
                <a:lnTo>
                  <a:pt x="0" y="994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38" name="Freeform 23"/>
          <p:cNvSpPr>
            <a:spLocks/>
          </p:cNvSpPr>
          <p:nvPr/>
        </p:nvSpPr>
        <p:spPr bwMode="auto">
          <a:xfrm rot="5400000" flipH="1">
            <a:off x="6854705" y="3311191"/>
            <a:ext cx="442076" cy="286788"/>
          </a:xfrm>
          <a:custGeom>
            <a:avLst/>
            <a:gdLst>
              <a:gd name="T0" fmla="*/ 1444 w 1444"/>
              <a:gd name="T1" fmla="*/ 0 h 994"/>
              <a:gd name="T2" fmla="*/ 378 w 1444"/>
              <a:gd name="T3" fmla="*/ 0 h 994"/>
              <a:gd name="T4" fmla="*/ 0 w 1444"/>
              <a:gd name="T5" fmla="*/ 378 h 994"/>
              <a:gd name="T6" fmla="*/ 0 w 1444"/>
              <a:gd name="T7" fmla="*/ 994 h 9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444" h="994">
                <a:moveTo>
                  <a:pt x="1444" y="0"/>
                </a:moveTo>
                <a:lnTo>
                  <a:pt x="378" y="0"/>
                </a:lnTo>
                <a:cubicBezTo>
                  <a:pt x="170" y="0"/>
                  <a:pt x="0" y="170"/>
                  <a:pt x="0" y="378"/>
                </a:cubicBezTo>
                <a:lnTo>
                  <a:pt x="0" y="994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Freeform 5"/>
          <p:cNvSpPr>
            <a:spLocks/>
          </p:cNvSpPr>
          <p:nvPr/>
        </p:nvSpPr>
        <p:spPr bwMode="auto">
          <a:xfrm>
            <a:off x="2905316" y="1837681"/>
            <a:ext cx="3333969" cy="1817247"/>
          </a:xfrm>
          <a:custGeom>
            <a:avLst/>
            <a:gdLst>
              <a:gd name="T0" fmla="*/ 0 w 7046"/>
              <a:gd name="T1" fmla="*/ 3744 h 3744"/>
              <a:gd name="T2" fmla="*/ 968 w 7046"/>
              <a:gd name="T3" fmla="*/ 3744 h 3744"/>
              <a:gd name="T4" fmla="*/ 1346 w 7046"/>
              <a:gd name="T5" fmla="*/ 3367 h 3744"/>
              <a:gd name="T6" fmla="*/ 1346 w 7046"/>
              <a:gd name="T7" fmla="*/ 378 h 3744"/>
              <a:gd name="T8" fmla="*/ 1724 w 7046"/>
              <a:gd name="T9" fmla="*/ 0 h 3744"/>
              <a:gd name="T10" fmla="*/ 6669 w 7046"/>
              <a:gd name="T11" fmla="*/ 0 h 3744"/>
              <a:gd name="T12" fmla="*/ 7046 w 7046"/>
              <a:gd name="T13" fmla="*/ 378 h 3744"/>
              <a:gd name="T14" fmla="*/ 7046 w 7046"/>
              <a:gd name="T15" fmla="*/ 755 h 3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046" h="3744">
                <a:moveTo>
                  <a:pt x="0" y="3744"/>
                </a:moveTo>
                <a:lnTo>
                  <a:pt x="968" y="3744"/>
                </a:lnTo>
                <a:cubicBezTo>
                  <a:pt x="1177" y="3744"/>
                  <a:pt x="1346" y="3575"/>
                  <a:pt x="1346" y="3367"/>
                </a:cubicBezTo>
                <a:lnTo>
                  <a:pt x="1346" y="378"/>
                </a:lnTo>
                <a:cubicBezTo>
                  <a:pt x="1346" y="170"/>
                  <a:pt x="1516" y="0"/>
                  <a:pt x="1724" y="0"/>
                </a:cubicBezTo>
                <a:lnTo>
                  <a:pt x="6669" y="0"/>
                </a:lnTo>
                <a:cubicBezTo>
                  <a:pt x="6877" y="0"/>
                  <a:pt x="7046" y="169"/>
                  <a:pt x="7046" y="378"/>
                </a:cubicBezTo>
                <a:lnTo>
                  <a:pt x="7046" y="755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2" name="Freeform 13"/>
          <p:cNvSpPr>
            <a:spLocks/>
          </p:cNvSpPr>
          <p:nvPr/>
        </p:nvSpPr>
        <p:spPr bwMode="auto">
          <a:xfrm>
            <a:off x="2898173" y="1971017"/>
            <a:ext cx="3145976" cy="1813719"/>
          </a:xfrm>
          <a:custGeom>
            <a:avLst/>
            <a:gdLst>
              <a:gd name="T0" fmla="*/ 0 w 6915"/>
              <a:gd name="T1" fmla="*/ 3531 h 3531"/>
              <a:gd name="T2" fmla="*/ 1435 w 6915"/>
              <a:gd name="T3" fmla="*/ 3531 h 3531"/>
              <a:gd name="T4" fmla="*/ 1813 w 6915"/>
              <a:gd name="T5" fmla="*/ 3153 h 3531"/>
              <a:gd name="T6" fmla="*/ 1813 w 6915"/>
              <a:gd name="T7" fmla="*/ 378 h 3531"/>
              <a:gd name="T8" fmla="*/ 2191 w 6915"/>
              <a:gd name="T9" fmla="*/ 0 h 3531"/>
              <a:gd name="T10" fmla="*/ 6662 w 6915"/>
              <a:gd name="T11" fmla="*/ 0 h 3531"/>
              <a:gd name="T12" fmla="*/ 6915 w 6915"/>
              <a:gd name="T13" fmla="*/ 254 h 3531"/>
              <a:gd name="T14" fmla="*/ 6915 w 6915"/>
              <a:gd name="T15" fmla="*/ 507 h 3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15" h="3531">
                <a:moveTo>
                  <a:pt x="0" y="3531"/>
                </a:moveTo>
                <a:lnTo>
                  <a:pt x="1435" y="3531"/>
                </a:lnTo>
                <a:cubicBezTo>
                  <a:pt x="1644" y="3531"/>
                  <a:pt x="1813" y="3362"/>
                  <a:pt x="1813" y="3153"/>
                </a:cubicBezTo>
                <a:lnTo>
                  <a:pt x="1813" y="378"/>
                </a:lnTo>
                <a:cubicBezTo>
                  <a:pt x="1813" y="170"/>
                  <a:pt x="1982" y="0"/>
                  <a:pt x="2191" y="0"/>
                </a:cubicBezTo>
                <a:lnTo>
                  <a:pt x="6662" y="0"/>
                </a:lnTo>
                <a:cubicBezTo>
                  <a:pt x="6802" y="0"/>
                  <a:pt x="6915" y="114"/>
                  <a:pt x="6915" y="254"/>
                </a:cubicBezTo>
                <a:lnTo>
                  <a:pt x="6915" y="507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sp>
        <p:nvSpPr>
          <p:cNvPr id="154" name="Freeform 5"/>
          <p:cNvSpPr>
            <a:spLocks/>
          </p:cNvSpPr>
          <p:nvPr/>
        </p:nvSpPr>
        <p:spPr bwMode="auto">
          <a:xfrm>
            <a:off x="7948287" y="1837681"/>
            <a:ext cx="3333969" cy="1817247"/>
          </a:xfrm>
          <a:custGeom>
            <a:avLst/>
            <a:gdLst>
              <a:gd name="T0" fmla="*/ 0 w 7046"/>
              <a:gd name="T1" fmla="*/ 3744 h 3744"/>
              <a:gd name="T2" fmla="*/ 968 w 7046"/>
              <a:gd name="T3" fmla="*/ 3744 h 3744"/>
              <a:gd name="T4" fmla="*/ 1346 w 7046"/>
              <a:gd name="T5" fmla="*/ 3367 h 3744"/>
              <a:gd name="T6" fmla="*/ 1346 w 7046"/>
              <a:gd name="T7" fmla="*/ 378 h 3744"/>
              <a:gd name="T8" fmla="*/ 1724 w 7046"/>
              <a:gd name="T9" fmla="*/ 0 h 3744"/>
              <a:gd name="T10" fmla="*/ 6669 w 7046"/>
              <a:gd name="T11" fmla="*/ 0 h 3744"/>
              <a:gd name="T12" fmla="*/ 7046 w 7046"/>
              <a:gd name="T13" fmla="*/ 378 h 3744"/>
              <a:gd name="T14" fmla="*/ 7046 w 7046"/>
              <a:gd name="T15" fmla="*/ 755 h 3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7046" h="3744">
                <a:moveTo>
                  <a:pt x="0" y="3744"/>
                </a:moveTo>
                <a:lnTo>
                  <a:pt x="968" y="3744"/>
                </a:lnTo>
                <a:cubicBezTo>
                  <a:pt x="1177" y="3744"/>
                  <a:pt x="1346" y="3575"/>
                  <a:pt x="1346" y="3367"/>
                </a:cubicBezTo>
                <a:lnTo>
                  <a:pt x="1346" y="378"/>
                </a:lnTo>
                <a:cubicBezTo>
                  <a:pt x="1346" y="170"/>
                  <a:pt x="1516" y="0"/>
                  <a:pt x="1724" y="0"/>
                </a:cubicBezTo>
                <a:lnTo>
                  <a:pt x="6669" y="0"/>
                </a:lnTo>
                <a:cubicBezTo>
                  <a:pt x="6877" y="0"/>
                  <a:pt x="7046" y="169"/>
                  <a:pt x="7046" y="378"/>
                </a:cubicBezTo>
                <a:lnTo>
                  <a:pt x="7046" y="755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155" name="Freeform 13"/>
          <p:cNvSpPr>
            <a:spLocks/>
          </p:cNvSpPr>
          <p:nvPr/>
        </p:nvSpPr>
        <p:spPr bwMode="auto">
          <a:xfrm>
            <a:off x="7941144" y="1971017"/>
            <a:ext cx="3145976" cy="1813719"/>
          </a:xfrm>
          <a:custGeom>
            <a:avLst/>
            <a:gdLst>
              <a:gd name="T0" fmla="*/ 0 w 6915"/>
              <a:gd name="T1" fmla="*/ 3531 h 3531"/>
              <a:gd name="T2" fmla="*/ 1435 w 6915"/>
              <a:gd name="T3" fmla="*/ 3531 h 3531"/>
              <a:gd name="T4" fmla="*/ 1813 w 6915"/>
              <a:gd name="T5" fmla="*/ 3153 h 3531"/>
              <a:gd name="T6" fmla="*/ 1813 w 6915"/>
              <a:gd name="T7" fmla="*/ 378 h 3531"/>
              <a:gd name="T8" fmla="*/ 2191 w 6915"/>
              <a:gd name="T9" fmla="*/ 0 h 3531"/>
              <a:gd name="T10" fmla="*/ 6662 w 6915"/>
              <a:gd name="T11" fmla="*/ 0 h 3531"/>
              <a:gd name="T12" fmla="*/ 6915 w 6915"/>
              <a:gd name="T13" fmla="*/ 254 h 3531"/>
              <a:gd name="T14" fmla="*/ 6915 w 6915"/>
              <a:gd name="T15" fmla="*/ 507 h 35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6915" h="3531">
                <a:moveTo>
                  <a:pt x="0" y="3531"/>
                </a:moveTo>
                <a:lnTo>
                  <a:pt x="1435" y="3531"/>
                </a:lnTo>
                <a:cubicBezTo>
                  <a:pt x="1644" y="3531"/>
                  <a:pt x="1813" y="3362"/>
                  <a:pt x="1813" y="3153"/>
                </a:cubicBezTo>
                <a:lnTo>
                  <a:pt x="1813" y="378"/>
                </a:lnTo>
                <a:cubicBezTo>
                  <a:pt x="1813" y="170"/>
                  <a:pt x="1982" y="0"/>
                  <a:pt x="2191" y="0"/>
                </a:cubicBezTo>
                <a:lnTo>
                  <a:pt x="6662" y="0"/>
                </a:lnTo>
                <a:cubicBezTo>
                  <a:pt x="6802" y="0"/>
                  <a:pt x="6915" y="114"/>
                  <a:pt x="6915" y="254"/>
                </a:cubicBezTo>
                <a:lnTo>
                  <a:pt x="6915" y="507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 dirty="0"/>
          </a:p>
        </p:txBody>
      </p:sp>
      <p:cxnSp>
        <p:nvCxnSpPr>
          <p:cNvPr id="157" name="直接箭头连接符 156"/>
          <p:cNvCxnSpPr/>
          <p:nvPr/>
        </p:nvCxnSpPr>
        <p:spPr>
          <a:xfrm>
            <a:off x="9738513" y="3840092"/>
            <a:ext cx="0" cy="913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圆角矩形 157"/>
          <p:cNvSpPr/>
          <p:nvPr/>
        </p:nvSpPr>
        <p:spPr>
          <a:xfrm>
            <a:off x="11472055" y="4761064"/>
            <a:ext cx="1275843" cy="5697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63" name="圆角矩形 162"/>
          <p:cNvSpPr/>
          <p:nvPr/>
        </p:nvSpPr>
        <p:spPr>
          <a:xfrm>
            <a:off x="9158647" y="4765045"/>
            <a:ext cx="2082471" cy="5553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179" name="直接箭头连接符 178"/>
          <p:cNvCxnSpPr/>
          <p:nvPr/>
        </p:nvCxnSpPr>
        <p:spPr>
          <a:xfrm flipH="1">
            <a:off x="10780292" y="3840092"/>
            <a:ext cx="1" cy="913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Freeform 31"/>
          <p:cNvSpPr>
            <a:spLocks/>
          </p:cNvSpPr>
          <p:nvPr/>
        </p:nvSpPr>
        <p:spPr bwMode="auto">
          <a:xfrm>
            <a:off x="12003364" y="3791778"/>
            <a:ext cx="331020" cy="953012"/>
          </a:xfrm>
          <a:custGeom>
            <a:avLst/>
            <a:gdLst>
              <a:gd name="T0" fmla="*/ 0 w 521"/>
              <a:gd name="T1" fmla="*/ 0 h 3140"/>
              <a:gd name="T2" fmla="*/ 261 w 521"/>
              <a:gd name="T3" fmla="*/ 0 h 3140"/>
              <a:gd name="T4" fmla="*/ 521 w 521"/>
              <a:gd name="T5" fmla="*/ 261 h 3140"/>
              <a:gd name="T6" fmla="*/ 521 w 521"/>
              <a:gd name="T7" fmla="*/ 3140 h 3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1" h="3140">
                <a:moveTo>
                  <a:pt x="0" y="0"/>
                </a:moveTo>
                <a:lnTo>
                  <a:pt x="261" y="0"/>
                </a:lnTo>
                <a:cubicBezTo>
                  <a:pt x="405" y="0"/>
                  <a:pt x="521" y="117"/>
                  <a:pt x="521" y="261"/>
                </a:cubicBezTo>
                <a:lnTo>
                  <a:pt x="521" y="3140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207" name="直接箭头连接符 206"/>
          <p:cNvCxnSpPr/>
          <p:nvPr/>
        </p:nvCxnSpPr>
        <p:spPr>
          <a:xfrm flipH="1">
            <a:off x="11878516" y="3840092"/>
            <a:ext cx="1" cy="9046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箭头连接符 207"/>
          <p:cNvCxnSpPr/>
          <p:nvPr/>
        </p:nvCxnSpPr>
        <p:spPr>
          <a:xfrm flipH="1">
            <a:off x="12907306" y="3840092"/>
            <a:ext cx="1" cy="17339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9" name="圆角矩形 208"/>
          <p:cNvSpPr/>
          <p:nvPr/>
        </p:nvSpPr>
        <p:spPr>
          <a:xfrm>
            <a:off x="9158647" y="5585519"/>
            <a:ext cx="4011751" cy="3266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1" name="Freeform 13"/>
          <p:cNvSpPr>
            <a:spLocks/>
          </p:cNvSpPr>
          <p:nvPr/>
        </p:nvSpPr>
        <p:spPr bwMode="auto">
          <a:xfrm>
            <a:off x="12891780" y="2142336"/>
            <a:ext cx="1301288" cy="1694958"/>
          </a:xfrm>
          <a:custGeom>
            <a:avLst/>
            <a:gdLst>
              <a:gd name="T0" fmla="*/ 0 w 6915"/>
              <a:gd name="T1" fmla="*/ 3531 h 3531"/>
              <a:gd name="T2" fmla="*/ 1435 w 6915"/>
              <a:gd name="T3" fmla="*/ 3531 h 3531"/>
              <a:gd name="T4" fmla="*/ 1813 w 6915"/>
              <a:gd name="T5" fmla="*/ 3153 h 3531"/>
              <a:gd name="T6" fmla="*/ 1813 w 6915"/>
              <a:gd name="T7" fmla="*/ 378 h 3531"/>
              <a:gd name="T8" fmla="*/ 2191 w 6915"/>
              <a:gd name="T9" fmla="*/ 0 h 3531"/>
              <a:gd name="T10" fmla="*/ 6662 w 6915"/>
              <a:gd name="T11" fmla="*/ 0 h 3531"/>
              <a:gd name="T12" fmla="*/ 6915 w 6915"/>
              <a:gd name="T13" fmla="*/ 254 h 3531"/>
              <a:gd name="T14" fmla="*/ 6915 w 6915"/>
              <a:gd name="T15" fmla="*/ 507 h 3531"/>
              <a:gd name="connsiteX0" fmla="*/ 0 w 10233"/>
              <a:gd name="connsiteY0" fmla="*/ 10000 h 10000"/>
              <a:gd name="connsiteX1" fmla="*/ 2075 w 10233"/>
              <a:gd name="connsiteY1" fmla="*/ 10000 h 10000"/>
              <a:gd name="connsiteX2" fmla="*/ 2622 w 10233"/>
              <a:gd name="connsiteY2" fmla="*/ 8929 h 10000"/>
              <a:gd name="connsiteX3" fmla="*/ 2622 w 10233"/>
              <a:gd name="connsiteY3" fmla="*/ 1071 h 10000"/>
              <a:gd name="connsiteX4" fmla="*/ 3168 w 10233"/>
              <a:gd name="connsiteY4" fmla="*/ 0 h 10000"/>
              <a:gd name="connsiteX5" fmla="*/ 9634 w 10233"/>
              <a:gd name="connsiteY5" fmla="*/ 0 h 10000"/>
              <a:gd name="connsiteX6" fmla="*/ 10000 w 10233"/>
              <a:gd name="connsiteY6" fmla="*/ 1436 h 10000"/>
              <a:gd name="connsiteX0" fmla="*/ 0 w 9634"/>
              <a:gd name="connsiteY0" fmla="*/ 10000 h 10000"/>
              <a:gd name="connsiteX1" fmla="*/ 2075 w 9634"/>
              <a:gd name="connsiteY1" fmla="*/ 10000 h 10000"/>
              <a:gd name="connsiteX2" fmla="*/ 2622 w 9634"/>
              <a:gd name="connsiteY2" fmla="*/ 8929 h 10000"/>
              <a:gd name="connsiteX3" fmla="*/ 2622 w 9634"/>
              <a:gd name="connsiteY3" fmla="*/ 1071 h 10000"/>
              <a:gd name="connsiteX4" fmla="*/ 3168 w 9634"/>
              <a:gd name="connsiteY4" fmla="*/ 0 h 10000"/>
              <a:gd name="connsiteX5" fmla="*/ 9634 w 9634"/>
              <a:gd name="connsiteY5" fmla="*/ 0 h 10000"/>
              <a:gd name="connsiteX0" fmla="*/ 0 w 4144"/>
              <a:gd name="connsiteY0" fmla="*/ 10030 h 10030"/>
              <a:gd name="connsiteX1" fmla="*/ 2154 w 4144"/>
              <a:gd name="connsiteY1" fmla="*/ 10030 h 10030"/>
              <a:gd name="connsiteX2" fmla="*/ 2722 w 4144"/>
              <a:gd name="connsiteY2" fmla="*/ 8959 h 10030"/>
              <a:gd name="connsiteX3" fmla="*/ 2722 w 4144"/>
              <a:gd name="connsiteY3" fmla="*/ 1101 h 10030"/>
              <a:gd name="connsiteX4" fmla="*/ 3288 w 4144"/>
              <a:gd name="connsiteY4" fmla="*/ 30 h 10030"/>
              <a:gd name="connsiteX5" fmla="*/ 4144 w 4144"/>
              <a:gd name="connsiteY5" fmla="*/ 0 h 10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44" h="10030">
                <a:moveTo>
                  <a:pt x="0" y="10030"/>
                </a:moveTo>
                <a:lnTo>
                  <a:pt x="2154" y="10030"/>
                </a:lnTo>
                <a:cubicBezTo>
                  <a:pt x="2467" y="10030"/>
                  <a:pt x="2722" y="9551"/>
                  <a:pt x="2722" y="8959"/>
                </a:cubicBezTo>
                <a:lnTo>
                  <a:pt x="2722" y="1101"/>
                </a:lnTo>
                <a:cubicBezTo>
                  <a:pt x="2722" y="511"/>
                  <a:pt x="2975" y="30"/>
                  <a:pt x="3288" y="30"/>
                </a:cubicBezTo>
                <a:lnTo>
                  <a:pt x="4144" y="0"/>
                </a:lnTo>
              </a:path>
            </a:pathLst>
          </a:custGeom>
          <a:noFill/>
          <a:ln w="57150" cap="rnd">
            <a:solidFill>
              <a:srgbClr val="000000"/>
            </a:solidFill>
            <a:prstDash val="solid"/>
            <a:round/>
            <a:headEnd/>
            <a:tailEnd type="stealth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8818729" y="1654531"/>
            <a:ext cx="4853450" cy="2737601"/>
            <a:chOff x="8818729" y="1654531"/>
            <a:chExt cx="4853450" cy="2737601"/>
          </a:xfrm>
        </p:grpSpPr>
        <p:sp>
          <p:nvSpPr>
            <p:cNvPr id="245" name="圆角矩形 244"/>
            <p:cNvSpPr/>
            <p:nvPr/>
          </p:nvSpPr>
          <p:spPr>
            <a:xfrm>
              <a:off x="9168726" y="1654531"/>
              <a:ext cx="4124469" cy="273760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95000"/>
              </a:scheme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47" name="矩形 246"/>
            <p:cNvSpPr/>
            <p:nvPr/>
          </p:nvSpPr>
          <p:spPr>
            <a:xfrm>
              <a:off x="8818729" y="2184269"/>
              <a:ext cx="4853450" cy="17543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b="1" dirty="0" smtClean="0"/>
                <a:t>PDDL Step</a:t>
              </a:r>
            </a:p>
            <a:p>
              <a:pPr algn="ctr"/>
              <a:r>
                <a:rPr lang="en-US" altLang="zh-CN" sz="3600" b="1" dirty="0"/>
                <a:t>&amp;</a:t>
              </a:r>
              <a:endParaRPr lang="en-US" altLang="zh-CN" sz="3600" b="1" dirty="0" smtClean="0"/>
            </a:p>
            <a:p>
              <a:pPr algn="ctr"/>
              <a:r>
                <a:rPr lang="en-US" altLang="zh-CN" sz="3600" b="1" dirty="0" smtClean="0"/>
                <a:t>Environment Step </a:t>
              </a:r>
              <a:endParaRPr lang="zh-CN" altLang="en-US" sz="3600" b="1" dirty="0"/>
            </a:p>
          </p:txBody>
        </p:sp>
      </p:grpSp>
      <p:cxnSp>
        <p:nvCxnSpPr>
          <p:cNvPr id="212" name="直接箭头连接符 211"/>
          <p:cNvCxnSpPr/>
          <p:nvPr/>
        </p:nvCxnSpPr>
        <p:spPr>
          <a:xfrm>
            <a:off x="-328028" y="3840092"/>
            <a:ext cx="0" cy="913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3" name="圆角矩形 212"/>
          <p:cNvSpPr/>
          <p:nvPr/>
        </p:nvSpPr>
        <p:spPr>
          <a:xfrm>
            <a:off x="1405514" y="4761064"/>
            <a:ext cx="1275843" cy="56979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214" name="圆角矩形 213"/>
          <p:cNvSpPr/>
          <p:nvPr/>
        </p:nvSpPr>
        <p:spPr>
          <a:xfrm>
            <a:off x="-907894" y="4765045"/>
            <a:ext cx="2082471" cy="555316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217" name="直接箭头连接符 216"/>
          <p:cNvCxnSpPr/>
          <p:nvPr/>
        </p:nvCxnSpPr>
        <p:spPr>
          <a:xfrm flipH="1">
            <a:off x="713751" y="3840092"/>
            <a:ext cx="1" cy="913313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Freeform 31"/>
          <p:cNvSpPr>
            <a:spLocks/>
          </p:cNvSpPr>
          <p:nvPr/>
        </p:nvSpPr>
        <p:spPr bwMode="auto">
          <a:xfrm>
            <a:off x="1936823" y="3791778"/>
            <a:ext cx="331020" cy="953012"/>
          </a:xfrm>
          <a:custGeom>
            <a:avLst/>
            <a:gdLst>
              <a:gd name="T0" fmla="*/ 0 w 521"/>
              <a:gd name="T1" fmla="*/ 0 h 3140"/>
              <a:gd name="T2" fmla="*/ 261 w 521"/>
              <a:gd name="T3" fmla="*/ 0 h 3140"/>
              <a:gd name="T4" fmla="*/ 521 w 521"/>
              <a:gd name="T5" fmla="*/ 261 h 3140"/>
              <a:gd name="T6" fmla="*/ 521 w 521"/>
              <a:gd name="T7" fmla="*/ 3140 h 31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1" h="3140">
                <a:moveTo>
                  <a:pt x="0" y="0"/>
                </a:moveTo>
                <a:lnTo>
                  <a:pt x="261" y="0"/>
                </a:lnTo>
                <a:cubicBezTo>
                  <a:pt x="405" y="0"/>
                  <a:pt x="521" y="117"/>
                  <a:pt x="521" y="261"/>
                </a:cubicBezTo>
                <a:lnTo>
                  <a:pt x="521" y="3140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219" name="直接箭头连接符 218"/>
          <p:cNvCxnSpPr/>
          <p:nvPr/>
        </p:nvCxnSpPr>
        <p:spPr>
          <a:xfrm flipH="1">
            <a:off x="1811975" y="3840092"/>
            <a:ext cx="1" cy="90469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箭头连接符 219"/>
          <p:cNvCxnSpPr/>
          <p:nvPr/>
        </p:nvCxnSpPr>
        <p:spPr>
          <a:xfrm flipH="1">
            <a:off x="2840765" y="3840092"/>
            <a:ext cx="1" cy="173393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1" name="圆角矩形 220"/>
          <p:cNvSpPr/>
          <p:nvPr/>
        </p:nvSpPr>
        <p:spPr>
          <a:xfrm>
            <a:off x="-907894" y="5585519"/>
            <a:ext cx="4011751" cy="326683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grpSp>
        <p:nvGrpSpPr>
          <p:cNvPr id="29" name="组合 28"/>
          <p:cNvGrpSpPr/>
          <p:nvPr/>
        </p:nvGrpSpPr>
        <p:grpSpPr>
          <a:xfrm>
            <a:off x="-1360623" y="1628950"/>
            <a:ext cx="4853450" cy="2737601"/>
            <a:chOff x="-1360623" y="1628950"/>
            <a:chExt cx="4853450" cy="2737601"/>
          </a:xfrm>
        </p:grpSpPr>
        <p:sp>
          <p:nvSpPr>
            <p:cNvPr id="244" name="圆角矩形 243"/>
            <p:cNvSpPr/>
            <p:nvPr/>
          </p:nvSpPr>
          <p:spPr>
            <a:xfrm>
              <a:off x="-914981" y="1628950"/>
              <a:ext cx="4124469" cy="2737601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  <a:alpha val="95000"/>
              </a:schemeClr>
            </a:solidFill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/>
            </a:p>
          </p:txBody>
        </p:sp>
        <p:sp>
          <p:nvSpPr>
            <p:cNvPr id="246" name="矩形 245"/>
            <p:cNvSpPr/>
            <p:nvPr/>
          </p:nvSpPr>
          <p:spPr>
            <a:xfrm>
              <a:off x="-1360623" y="2111149"/>
              <a:ext cx="4853450" cy="18045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600" b="1" dirty="0" smtClean="0"/>
                <a:t>PDDL Step</a:t>
              </a:r>
            </a:p>
            <a:p>
              <a:pPr algn="ctr"/>
              <a:r>
                <a:rPr lang="en-US" altLang="zh-CN" sz="3600" b="1" dirty="0"/>
                <a:t>&amp;</a:t>
              </a:r>
              <a:endParaRPr lang="en-US" altLang="zh-CN" sz="3600" b="1" dirty="0" smtClean="0"/>
            </a:p>
            <a:p>
              <a:pPr algn="ctr"/>
              <a:r>
                <a:rPr lang="en-US" altLang="zh-CN" sz="3600" b="1" dirty="0" smtClean="0"/>
                <a:t>Environment Step </a:t>
              </a:r>
              <a:endParaRPr lang="zh-CN" altLang="en-US" sz="3600" b="1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3" name="矩形 222"/>
              <p:cNvSpPr/>
              <p:nvPr/>
            </p:nvSpPr>
            <p:spPr>
              <a:xfrm>
                <a:off x="3809196" y="985788"/>
                <a:ext cx="1752609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𝒆𝒓𝒓𝒐𝒓</m:t>
                      </m:r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b="1" i="1" dirty="0" smtClean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𝒂𝒕𝒕𝒓𝒊𝒃𝒖𝒕𝒊𝒐𝒏</m:t>
                      </m:r>
                    </m:oMath>
                  </m:oMathPara>
                </a14:m>
                <a:endParaRPr lang="zh-CN" altLang="en-US" sz="20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3" name="矩形 22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9196" y="985788"/>
                <a:ext cx="1752609" cy="707886"/>
              </a:xfrm>
              <a:prstGeom prst="rect">
                <a:avLst/>
              </a:prstGeom>
              <a:blipFill rotWithShape="0"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4" name="矩形 223"/>
              <p:cNvSpPr/>
              <p:nvPr/>
            </p:nvSpPr>
            <p:spPr>
              <a:xfrm>
                <a:off x="8776835" y="985788"/>
                <a:ext cx="1752609" cy="70788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𝒆𝒓𝒓𝒐𝒓</m:t>
                      </m:r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2000" b="1" i="1" dirty="0" smtClean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000" b="1" i="1" dirty="0" smtClean="0">
                          <a:solidFill>
                            <a:srgbClr val="C00000"/>
                          </a:solidFill>
                          <a:latin typeface="Cambria Math" panose="02040503050406030204" pitchFamily="18" charset="0"/>
                        </a:rPr>
                        <m:t>𝒂𝒕𝒕𝒓𝒊𝒃𝒖𝒕𝒊𝒐𝒏</m:t>
                      </m:r>
                    </m:oMath>
                  </m:oMathPara>
                </a14:m>
                <a:endParaRPr lang="zh-CN" altLang="en-US" sz="2000" b="1" i="1" dirty="0">
                  <a:solidFill>
                    <a:srgbClr val="C0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4" name="矩形 2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6835" y="985788"/>
                <a:ext cx="1752609" cy="707886"/>
              </a:xfrm>
              <a:prstGeom prst="rect">
                <a:avLst/>
              </a:prstGeom>
              <a:blipFill rotWithShape="0"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Freeform 18"/>
          <p:cNvSpPr>
            <a:spLocks/>
          </p:cNvSpPr>
          <p:nvPr/>
        </p:nvSpPr>
        <p:spPr bwMode="auto">
          <a:xfrm flipH="1">
            <a:off x="7409166" y="3020331"/>
            <a:ext cx="434417" cy="547416"/>
          </a:xfrm>
          <a:custGeom>
            <a:avLst/>
            <a:gdLst>
              <a:gd name="T0" fmla="*/ 809 w 809"/>
              <a:gd name="T1" fmla="*/ 0 h 744"/>
              <a:gd name="T2" fmla="*/ 378 w 809"/>
              <a:gd name="T3" fmla="*/ 0 h 744"/>
              <a:gd name="T4" fmla="*/ 0 w 809"/>
              <a:gd name="T5" fmla="*/ 378 h 744"/>
              <a:gd name="T6" fmla="*/ 0 w 809"/>
              <a:gd name="T7" fmla="*/ 744 h 7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809" h="744">
                <a:moveTo>
                  <a:pt x="809" y="0"/>
                </a:moveTo>
                <a:lnTo>
                  <a:pt x="378" y="0"/>
                </a:lnTo>
                <a:cubicBezTo>
                  <a:pt x="169" y="0"/>
                  <a:pt x="0" y="170"/>
                  <a:pt x="0" y="378"/>
                </a:cubicBezTo>
                <a:lnTo>
                  <a:pt x="0" y="744"/>
                </a:lnTo>
              </a:path>
            </a:pathLst>
          </a:custGeom>
          <a:noFill/>
          <a:ln w="57150" cap="rnd">
            <a:solidFill>
              <a:srgbClr val="C00000"/>
            </a:solidFill>
            <a:prstDash val="solid"/>
            <a:round/>
            <a:headEnd type="stealth"/>
            <a:tailEnd type="none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54001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" name="组合 65"/>
          <p:cNvGrpSpPr/>
          <p:nvPr/>
        </p:nvGrpSpPr>
        <p:grpSpPr>
          <a:xfrm>
            <a:off x="2105476" y="2083953"/>
            <a:ext cx="7513320" cy="2076335"/>
            <a:chOff x="4160520" y="792480"/>
            <a:chExt cx="7513320" cy="2076335"/>
          </a:xfrm>
        </p:grpSpPr>
        <p:pic>
          <p:nvPicPr>
            <p:cNvPr id="70" name="图片 69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520" y="792480"/>
              <a:ext cx="1813560" cy="989215"/>
            </a:xfrm>
            <a:prstGeom prst="rect">
              <a:avLst/>
            </a:prstGeom>
          </p:spPr>
        </p:pic>
        <p:pic>
          <p:nvPicPr>
            <p:cNvPr id="73" name="图片 72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0440" y="792480"/>
              <a:ext cx="1813560" cy="989215"/>
            </a:xfrm>
            <a:prstGeom prst="rect">
              <a:avLst/>
            </a:prstGeom>
          </p:spPr>
        </p:pic>
        <p:pic>
          <p:nvPicPr>
            <p:cNvPr id="80" name="图片 79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0360" y="792480"/>
              <a:ext cx="1813560" cy="989215"/>
            </a:xfrm>
            <a:prstGeom prst="rect">
              <a:avLst/>
            </a:prstGeom>
          </p:spPr>
        </p:pic>
        <p:pic>
          <p:nvPicPr>
            <p:cNvPr id="81" name="图片 80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0280" y="792480"/>
              <a:ext cx="1813560" cy="989215"/>
            </a:xfrm>
            <a:prstGeom prst="rect">
              <a:avLst/>
            </a:prstGeom>
          </p:spPr>
        </p:pic>
        <p:pic>
          <p:nvPicPr>
            <p:cNvPr id="83" name="图片 82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60520" y="1879600"/>
              <a:ext cx="1813560" cy="989215"/>
            </a:xfrm>
            <a:prstGeom prst="rect">
              <a:avLst/>
            </a:prstGeom>
          </p:spPr>
        </p:pic>
        <p:pic>
          <p:nvPicPr>
            <p:cNvPr id="86" name="图片 85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60440" y="1879600"/>
              <a:ext cx="1813560" cy="989215"/>
            </a:xfrm>
            <a:prstGeom prst="rect">
              <a:avLst/>
            </a:prstGeom>
          </p:spPr>
        </p:pic>
        <p:pic>
          <p:nvPicPr>
            <p:cNvPr id="87" name="图片 86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60360" y="1879600"/>
              <a:ext cx="1813560" cy="989215"/>
            </a:xfrm>
            <a:prstGeom prst="rect">
              <a:avLst/>
            </a:prstGeom>
          </p:spPr>
        </p:pic>
        <p:pic>
          <p:nvPicPr>
            <p:cNvPr id="88" name="图片 87"/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860280" y="1879600"/>
              <a:ext cx="1813560" cy="98921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756124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组合 94"/>
          <p:cNvGrpSpPr/>
          <p:nvPr/>
        </p:nvGrpSpPr>
        <p:grpSpPr>
          <a:xfrm>
            <a:off x="444813" y="1018299"/>
            <a:ext cx="4061498" cy="5201920"/>
            <a:chOff x="4306739" y="634429"/>
            <a:chExt cx="3127879" cy="6629741"/>
          </a:xfrm>
        </p:grpSpPr>
        <p:sp>
          <p:nvSpPr>
            <p:cNvPr id="4" name="矩形 3"/>
            <p:cNvSpPr/>
            <p:nvPr/>
          </p:nvSpPr>
          <p:spPr>
            <a:xfrm rot="5400000">
              <a:off x="5823796" y="840851"/>
              <a:ext cx="577583" cy="12963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CNN </a:t>
              </a:r>
            </a:p>
          </p:txBody>
        </p:sp>
        <p:cxnSp>
          <p:nvCxnSpPr>
            <p:cNvPr id="6" name="直接箭头连接符 5"/>
            <p:cNvCxnSpPr>
              <a:stCxn id="4" idx="3"/>
            </p:cNvCxnSpPr>
            <p:nvPr/>
          </p:nvCxnSpPr>
          <p:spPr>
            <a:xfrm>
              <a:off x="6112587" y="1777803"/>
              <a:ext cx="5683" cy="419281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" name="矩形 7"/>
                <p:cNvSpPr/>
                <p:nvPr/>
              </p:nvSpPr>
              <p:spPr>
                <a:xfrm>
                  <a:off x="5671975" y="634429"/>
                  <a:ext cx="881226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𝑖𝑚𝑎𝑔𝑒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8" name="矩形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71975" y="634429"/>
                  <a:ext cx="881226" cy="27699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b="-30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接箭头连接符 9"/>
            <p:cNvCxnSpPr/>
            <p:nvPr/>
          </p:nvCxnSpPr>
          <p:spPr>
            <a:xfrm>
              <a:off x="6112587" y="957464"/>
              <a:ext cx="0" cy="2427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/>
                <p:cNvSpPr/>
                <p:nvPr/>
              </p:nvSpPr>
              <p:spPr>
                <a:xfrm>
                  <a:off x="4703504" y="682549"/>
                  <a:ext cx="48823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𝑎𝑐𝑡𝑖𝑜𝑛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504" y="682549"/>
                  <a:ext cx="488232" cy="27699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8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/>
            <p:cNvCxnSpPr/>
            <p:nvPr/>
          </p:nvCxnSpPr>
          <p:spPr>
            <a:xfrm>
              <a:off x="4931487" y="944880"/>
              <a:ext cx="0" cy="1252204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" name="矩形 14"/>
                <p:cNvSpPr/>
                <p:nvPr/>
              </p:nvSpPr>
              <p:spPr>
                <a:xfrm>
                  <a:off x="6112585" y="1767239"/>
                  <a:ext cx="1322033" cy="38088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𝑒𝑚𝑏𝑒𝑑𝑑𝑖𝑛𝑔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" name="矩形 1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2585" y="1767239"/>
                  <a:ext cx="1322033" cy="380885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7" name="矩形 16"/>
            <p:cNvSpPr/>
            <p:nvPr/>
          </p:nvSpPr>
          <p:spPr>
            <a:xfrm rot="5400000">
              <a:off x="5318153" y="1332072"/>
              <a:ext cx="577583" cy="230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Encoder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矩形 19"/>
                <p:cNvSpPr/>
                <p:nvPr/>
              </p:nvSpPr>
              <p:spPr>
                <a:xfrm>
                  <a:off x="6112584" y="2891422"/>
                  <a:ext cx="1322033" cy="38088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𝑒𝑛𝑐𝑜𝑑𝑒𝑑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𝑜𝑢𝑡𝑝𝑢𝑡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2584" y="2891422"/>
                  <a:ext cx="1322033" cy="380885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左大括号 21"/>
            <p:cNvSpPr/>
            <p:nvPr/>
          </p:nvSpPr>
          <p:spPr>
            <a:xfrm rot="5400000">
              <a:off x="5374601" y="2424713"/>
              <a:ext cx="265111" cy="1210857"/>
            </a:xfrm>
            <a:prstGeom prst="leftBrace">
              <a:avLst>
                <a:gd name="adj1" fmla="val 51764"/>
                <a:gd name="adj2" fmla="val 41190"/>
              </a:avLst>
            </a:prstGeom>
            <a:noFill/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3" name="直接箭头连接符 22"/>
            <p:cNvCxnSpPr/>
            <p:nvPr/>
          </p:nvCxnSpPr>
          <p:spPr>
            <a:xfrm rot="5400000">
              <a:off x="6008083" y="3269452"/>
              <a:ext cx="213510" cy="0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/>
            <p:nvPr/>
          </p:nvCxnSpPr>
          <p:spPr>
            <a:xfrm>
              <a:off x="4901729" y="3162697"/>
              <a:ext cx="0" cy="1294458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矩形 35"/>
            <p:cNvSpPr/>
            <p:nvPr/>
          </p:nvSpPr>
          <p:spPr>
            <a:xfrm rot="5400000">
              <a:off x="5823796" y="3022546"/>
              <a:ext cx="577583" cy="12963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skill extraction</a:t>
              </a:r>
            </a:p>
          </p:txBody>
        </p:sp>
        <p:cxnSp>
          <p:nvCxnSpPr>
            <p:cNvPr id="38" name="直接箭头连接符 37"/>
            <p:cNvCxnSpPr/>
            <p:nvPr/>
          </p:nvCxnSpPr>
          <p:spPr>
            <a:xfrm flipH="1">
              <a:off x="6634416" y="3959499"/>
              <a:ext cx="1" cy="4976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圆角矩形 41"/>
            <p:cNvSpPr/>
            <p:nvPr/>
          </p:nvSpPr>
          <p:spPr>
            <a:xfrm>
              <a:off x="4306739" y="4273591"/>
              <a:ext cx="2621096" cy="891250"/>
            </a:xfrm>
            <a:prstGeom prst="roundRect">
              <a:avLst>
                <a:gd name="adj" fmla="val 8380"/>
              </a:avLst>
            </a:prstGeom>
            <a:solidFill>
              <a:schemeClr val="accent1">
                <a:lumMod val="40000"/>
                <a:lumOff val="60000"/>
                <a:alpha val="26000"/>
              </a:schemeClr>
            </a:solidFill>
            <a:ln>
              <a:solidFill>
                <a:srgbClr val="75ABDC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矩形 44"/>
            <p:cNvSpPr/>
            <p:nvPr/>
          </p:nvSpPr>
          <p:spPr>
            <a:xfrm rot="5400000">
              <a:off x="5953614" y="4227607"/>
              <a:ext cx="577583" cy="1036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sampling</a:t>
              </a:r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 rot="5400000">
              <a:off x="4726610" y="4227608"/>
              <a:ext cx="577583" cy="103668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repeating</a:t>
              </a:r>
            </a:p>
          </p:txBody>
        </p:sp>
        <p:cxnSp>
          <p:nvCxnSpPr>
            <p:cNvPr id="61" name="肘形连接符 60"/>
            <p:cNvCxnSpPr>
              <a:stCxn id="36" idx="2"/>
            </p:cNvCxnSpPr>
            <p:nvPr/>
          </p:nvCxnSpPr>
          <p:spPr>
            <a:xfrm rot="10800000" flipV="1">
              <a:off x="5191737" y="3670707"/>
              <a:ext cx="272691" cy="786448"/>
            </a:xfrm>
            <a:prstGeom prst="bentConnector2">
              <a:avLst/>
            </a:prstGeom>
            <a:ln w="28575"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7" name="矩形 86"/>
            <p:cNvSpPr/>
            <p:nvPr/>
          </p:nvSpPr>
          <p:spPr>
            <a:xfrm rot="5400000">
              <a:off x="5953614" y="5249385"/>
              <a:ext cx="577583" cy="10366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transition model</a:t>
              </a:r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88" name="矩形 87"/>
            <p:cNvSpPr/>
            <p:nvPr/>
          </p:nvSpPr>
          <p:spPr>
            <a:xfrm rot="5400000">
              <a:off x="4726610" y="5249386"/>
              <a:ext cx="577583" cy="103668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decoder</a:t>
              </a:r>
            </a:p>
          </p:txBody>
        </p:sp>
        <p:cxnSp>
          <p:nvCxnSpPr>
            <p:cNvPr id="89" name="直接箭头连接符 88"/>
            <p:cNvCxnSpPr/>
            <p:nvPr/>
          </p:nvCxnSpPr>
          <p:spPr>
            <a:xfrm flipH="1">
              <a:off x="6261538" y="5012494"/>
              <a:ext cx="1" cy="4976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箭头连接符 89"/>
            <p:cNvCxnSpPr/>
            <p:nvPr/>
          </p:nvCxnSpPr>
          <p:spPr>
            <a:xfrm flipH="1">
              <a:off x="5015401" y="5012494"/>
              <a:ext cx="1" cy="4976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接箭头连接符 90"/>
            <p:cNvCxnSpPr/>
            <p:nvPr/>
          </p:nvCxnSpPr>
          <p:spPr>
            <a:xfrm flipH="1">
              <a:off x="6261538" y="6056517"/>
              <a:ext cx="1" cy="4976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直接箭头连接符 91"/>
            <p:cNvCxnSpPr/>
            <p:nvPr/>
          </p:nvCxnSpPr>
          <p:spPr>
            <a:xfrm flipH="1">
              <a:off x="5015401" y="6056517"/>
              <a:ext cx="1" cy="49765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3" name="矩形 92"/>
                <p:cNvSpPr/>
                <p:nvPr/>
              </p:nvSpPr>
              <p:spPr>
                <a:xfrm>
                  <a:off x="4387953" y="6617840"/>
                  <a:ext cx="1254895" cy="64633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𝑎𝑐𝑡𝑖𝑜𝑛</m:t>
                        </m:r>
                      </m:oMath>
                    </m:oMathPara>
                  </a14:m>
                  <a:endParaRPr lang="en-US" altLang="zh-CN" sz="1200" b="0" i="1" dirty="0" smtClean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𝑟𝑒𝑐𝑜𝑛𝑠𝑡𝑟𝑢𝑐𝑡𝑖𝑜𝑛</m:t>
                        </m:r>
                      </m:oMath>
                    </m:oMathPara>
                  </a14:m>
                  <a:endParaRPr lang="en-US" altLang="zh-CN" sz="1200" b="0" i="1" dirty="0" smtClean="0">
                    <a:latin typeface="Cambria Math" panose="02040503050406030204" pitchFamily="18" charset="0"/>
                  </a:endParaRPr>
                </a:p>
                <a:p>
                  <a:pPr/>
                  <a:endParaRPr lang="zh-CN" altLang="en-US" sz="1200" dirty="0"/>
                </a:p>
              </p:txBody>
            </p:sp>
          </mc:Choice>
          <mc:Fallback>
            <p:sp>
              <p:nvSpPr>
                <p:cNvPr id="93" name="矩形 9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87953" y="6617840"/>
                  <a:ext cx="1254895" cy="646330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4" name="矩形 93"/>
                <p:cNvSpPr/>
                <p:nvPr/>
              </p:nvSpPr>
              <p:spPr>
                <a:xfrm>
                  <a:off x="5781278" y="6617839"/>
                  <a:ext cx="960519" cy="64633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𝑠𝑘𝑖𝑙𝑙</m:t>
                        </m:r>
                      </m:oMath>
                    </m:oMathPara>
                  </a14:m>
                  <a:endParaRPr lang="en-US" altLang="zh-CN" sz="1200" b="0" i="1" dirty="0" smtClean="0">
                    <a:latin typeface="Cambria Math" panose="02040503050406030204" pitchFamily="18" charset="0"/>
                  </a:endParaRPr>
                </a:p>
                <a:p>
                  <a:pPr/>
                  <a:r>
                    <a:rPr lang="en-US" altLang="zh-CN" sz="1200" b="0" i="1" dirty="0" smtClean="0">
                      <a:latin typeface="Cambria Math" panose="02040503050406030204" pitchFamily="18" charset="0"/>
                    </a:rPr>
                    <a:t>transition</a:t>
                  </a:r>
                </a:p>
                <a:p>
                  <a:pPr/>
                  <a:endParaRPr lang="zh-CN" altLang="en-US" sz="1200" dirty="0"/>
                </a:p>
              </p:txBody>
            </p:sp>
          </mc:Choice>
          <mc:Fallback>
            <p:sp>
              <p:nvSpPr>
                <p:cNvPr id="94" name="矩形 9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1278" y="6617839"/>
                  <a:ext cx="960519" cy="646331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82" name="组合 281"/>
          <p:cNvGrpSpPr/>
          <p:nvPr/>
        </p:nvGrpSpPr>
        <p:grpSpPr>
          <a:xfrm>
            <a:off x="4884540" y="1009319"/>
            <a:ext cx="7084193" cy="4832681"/>
            <a:chOff x="4884540" y="1009319"/>
            <a:chExt cx="7084193" cy="4832681"/>
          </a:xfrm>
        </p:grpSpPr>
        <p:sp>
          <p:nvSpPr>
            <p:cNvPr id="96" name="圆角矩形 95"/>
            <p:cNvSpPr/>
            <p:nvPr/>
          </p:nvSpPr>
          <p:spPr>
            <a:xfrm>
              <a:off x="4884540" y="1018299"/>
              <a:ext cx="7084193" cy="2306053"/>
            </a:xfrm>
            <a:prstGeom prst="roundRect">
              <a:avLst>
                <a:gd name="adj" fmla="val 6623"/>
              </a:avLst>
            </a:prstGeom>
            <a:solidFill>
              <a:schemeClr val="accent1">
                <a:alpha val="1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7" name="圆角矩形 96"/>
            <p:cNvSpPr/>
            <p:nvPr/>
          </p:nvSpPr>
          <p:spPr>
            <a:xfrm>
              <a:off x="4884540" y="3535947"/>
              <a:ext cx="7084193" cy="2306053"/>
            </a:xfrm>
            <a:prstGeom prst="roundRect">
              <a:avLst>
                <a:gd name="adj" fmla="val 6623"/>
              </a:avLst>
            </a:prstGeom>
            <a:solidFill>
              <a:schemeClr val="accent1">
                <a:alpha val="17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8" name="组合 97"/>
            <p:cNvGrpSpPr/>
            <p:nvPr/>
          </p:nvGrpSpPr>
          <p:grpSpPr>
            <a:xfrm>
              <a:off x="6185154" y="1656534"/>
              <a:ext cx="4418797" cy="525780"/>
              <a:chOff x="3033161" y="1449003"/>
              <a:chExt cx="4418797" cy="525780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3033161" y="1449003"/>
                <a:ext cx="92810" cy="525780"/>
              </a:xfrm>
              <a:prstGeom prst="rect">
                <a:avLst/>
              </a:prstGeom>
              <a:solidFill>
                <a:srgbClr val="FF3B3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3172376" y="1449003"/>
                <a:ext cx="92810" cy="525780"/>
              </a:xfrm>
              <a:prstGeom prst="rect">
                <a:avLst/>
              </a:prstGeom>
              <a:solidFill>
                <a:srgbClr val="FF467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1" name="矩形 100"/>
              <p:cNvSpPr/>
              <p:nvPr/>
            </p:nvSpPr>
            <p:spPr>
              <a:xfrm>
                <a:off x="3311592" y="1449003"/>
                <a:ext cx="92810" cy="525780"/>
              </a:xfrm>
              <a:prstGeom prst="rect">
                <a:avLst/>
              </a:prstGeom>
              <a:solidFill>
                <a:srgbClr val="FE50A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2" name="矩形 101"/>
              <p:cNvSpPr/>
              <p:nvPr/>
            </p:nvSpPr>
            <p:spPr>
              <a:xfrm>
                <a:off x="3450807" y="1449003"/>
                <a:ext cx="92810" cy="525780"/>
              </a:xfrm>
              <a:prstGeom prst="rect">
                <a:avLst/>
              </a:prstGeom>
              <a:solidFill>
                <a:srgbClr val="FE57C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3" name="矩形 102"/>
              <p:cNvSpPr/>
              <p:nvPr/>
            </p:nvSpPr>
            <p:spPr>
              <a:xfrm>
                <a:off x="3590022" y="1449003"/>
                <a:ext cx="92810" cy="525780"/>
              </a:xfrm>
              <a:prstGeom prst="rect">
                <a:avLst/>
              </a:prstGeom>
              <a:solidFill>
                <a:srgbClr val="FC64F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3729238" y="1449003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5" name="矩形 104"/>
              <p:cNvSpPr/>
              <p:nvPr/>
            </p:nvSpPr>
            <p:spPr>
              <a:xfrm>
                <a:off x="3868453" y="1449003"/>
                <a:ext cx="92810" cy="525780"/>
              </a:xfrm>
              <a:prstGeom prst="rect">
                <a:avLst/>
              </a:prstGeom>
              <a:solidFill>
                <a:srgbClr val="BD6C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6" name="矩形 105"/>
              <p:cNvSpPr/>
              <p:nvPr/>
            </p:nvSpPr>
            <p:spPr>
              <a:xfrm>
                <a:off x="4007668" y="1449003"/>
                <a:ext cx="92810" cy="525780"/>
              </a:xfrm>
              <a:prstGeom prst="rect">
                <a:avLst/>
              </a:prstGeom>
              <a:solidFill>
                <a:srgbClr val="926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7" name="矩形 106"/>
              <p:cNvSpPr/>
              <p:nvPr/>
            </p:nvSpPr>
            <p:spPr>
              <a:xfrm>
                <a:off x="4146883" y="1449003"/>
                <a:ext cx="92810" cy="525780"/>
              </a:xfrm>
              <a:prstGeom prst="rect">
                <a:avLst/>
              </a:prstGeom>
              <a:solidFill>
                <a:srgbClr val="5E7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4286099" y="1449003"/>
                <a:ext cx="92810" cy="525780"/>
              </a:xfrm>
              <a:prstGeom prst="rect">
                <a:avLst/>
              </a:prstGeom>
              <a:solidFill>
                <a:srgbClr val="4076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09" name="矩形 108"/>
              <p:cNvSpPr/>
              <p:nvPr/>
            </p:nvSpPr>
            <p:spPr>
              <a:xfrm>
                <a:off x="4425314" y="1449003"/>
                <a:ext cx="92810" cy="525780"/>
              </a:xfrm>
              <a:prstGeom prst="rect">
                <a:avLst/>
              </a:prstGeom>
              <a:solidFill>
                <a:srgbClr val="2D8EF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0" name="矩形 109"/>
              <p:cNvSpPr/>
              <p:nvPr/>
            </p:nvSpPr>
            <p:spPr>
              <a:xfrm>
                <a:off x="4564529" y="1449003"/>
                <a:ext cx="92810" cy="525780"/>
              </a:xfrm>
              <a:prstGeom prst="rect">
                <a:avLst/>
              </a:prstGeom>
              <a:solidFill>
                <a:srgbClr val="269BF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1" name="矩形 110"/>
              <p:cNvSpPr/>
              <p:nvPr/>
            </p:nvSpPr>
            <p:spPr>
              <a:xfrm>
                <a:off x="4703745" y="1449003"/>
                <a:ext cx="92810" cy="525780"/>
              </a:xfrm>
              <a:prstGeom prst="rect">
                <a:avLst/>
              </a:prstGeom>
              <a:solidFill>
                <a:srgbClr val="22B1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2" name="矩形 111"/>
              <p:cNvSpPr/>
              <p:nvPr/>
            </p:nvSpPr>
            <p:spPr>
              <a:xfrm>
                <a:off x="4842960" y="1449003"/>
                <a:ext cx="92810" cy="525780"/>
              </a:xfrm>
              <a:prstGeom prst="rect">
                <a:avLst/>
              </a:prstGeom>
              <a:solidFill>
                <a:srgbClr val="1CC1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3" name="矩形 112"/>
              <p:cNvSpPr/>
              <p:nvPr/>
            </p:nvSpPr>
            <p:spPr>
              <a:xfrm>
                <a:off x="4982175" y="1449003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4" name="矩形 113"/>
              <p:cNvSpPr/>
              <p:nvPr/>
            </p:nvSpPr>
            <p:spPr>
              <a:xfrm>
                <a:off x="5121391" y="1449003"/>
                <a:ext cx="92810" cy="525780"/>
              </a:xfrm>
              <a:prstGeom prst="rect">
                <a:avLst/>
              </a:prstGeom>
              <a:solidFill>
                <a:srgbClr val="0AE5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5" name="矩形 114"/>
              <p:cNvSpPr/>
              <p:nvPr/>
            </p:nvSpPr>
            <p:spPr>
              <a:xfrm>
                <a:off x="5270918" y="1449003"/>
                <a:ext cx="92810" cy="525780"/>
              </a:xfrm>
              <a:prstGeom prst="rect">
                <a:avLst/>
              </a:prstGeom>
              <a:solidFill>
                <a:srgbClr val="39DE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6" name="矩形 115"/>
              <p:cNvSpPr/>
              <p:nvPr/>
            </p:nvSpPr>
            <p:spPr>
              <a:xfrm>
                <a:off x="5410133" y="1449003"/>
                <a:ext cx="92810" cy="525780"/>
              </a:xfrm>
              <a:prstGeom prst="rect">
                <a:avLst/>
              </a:prstGeom>
              <a:solidFill>
                <a:srgbClr val="58D8A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7" name="矩形 116"/>
              <p:cNvSpPr/>
              <p:nvPr/>
            </p:nvSpPr>
            <p:spPr>
              <a:xfrm>
                <a:off x="5549349" y="1449003"/>
                <a:ext cx="92810" cy="525780"/>
              </a:xfrm>
              <a:prstGeom prst="rect">
                <a:avLst/>
              </a:prstGeom>
              <a:solidFill>
                <a:srgbClr val="66D3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8" name="矩形 117"/>
              <p:cNvSpPr/>
              <p:nvPr/>
            </p:nvSpPr>
            <p:spPr>
              <a:xfrm>
                <a:off x="5688564" y="1449003"/>
                <a:ext cx="92810" cy="525780"/>
              </a:xfrm>
              <a:prstGeom prst="rect">
                <a:avLst/>
              </a:prstGeom>
              <a:solidFill>
                <a:srgbClr val="7ED06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5827779" y="1449003"/>
                <a:ext cx="92810" cy="525780"/>
              </a:xfrm>
              <a:prstGeom prst="rect">
                <a:avLst/>
              </a:prstGeom>
              <a:solidFill>
                <a:srgbClr val="88CC4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5966995" y="1449003"/>
                <a:ext cx="92810" cy="525780"/>
              </a:xfrm>
              <a:prstGeom prst="rect">
                <a:avLst/>
              </a:prstGeom>
              <a:solidFill>
                <a:srgbClr val="9BCA3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6106210" y="1449003"/>
                <a:ext cx="92810" cy="525780"/>
              </a:xfrm>
              <a:prstGeom prst="rect">
                <a:avLst/>
              </a:prstGeom>
              <a:solidFill>
                <a:srgbClr val="BCC33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2" name="矩形 121"/>
              <p:cNvSpPr/>
              <p:nvPr/>
            </p:nvSpPr>
            <p:spPr>
              <a:xfrm>
                <a:off x="6245425" y="1449003"/>
                <a:ext cx="92810" cy="525780"/>
              </a:xfrm>
              <a:prstGeom prst="rect">
                <a:avLst/>
              </a:prstGeom>
              <a:solidFill>
                <a:srgbClr val="C6C34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3" name="矩形 122"/>
              <p:cNvSpPr/>
              <p:nvPr/>
            </p:nvSpPr>
            <p:spPr>
              <a:xfrm>
                <a:off x="6384641" y="1449003"/>
                <a:ext cx="92810" cy="525780"/>
              </a:xfrm>
              <a:prstGeom prst="rect">
                <a:avLst/>
              </a:prstGeom>
              <a:solidFill>
                <a:srgbClr val="DFC04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4" name="矩形 123"/>
              <p:cNvSpPr/>
              <p:nvPr/>
            </p:nvSpPr>
            <p:spPr>
              <a:xfrm>
                <a:off x="6523856" y="1449003"/>
                <a:ext cx="92810" cy="525780"/>
              </a:xfrm>
              <a:prstGeom prst="rect">
                <a:avLst/>
              </a:prstGeom>
              <a:solidFill>
                <a:srgbClr val="F0BD4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5" name="矩形 124"/>
              <p:cNvSpPr/>
              <p:nvPr/>
            </p:nvSpPr>
            <p:spPr>
              <a:xfrm>
                <a:off x="6663071" y="1449003"/>
                <a:ext cx="92810" cy="525780"/>
              </a:xfrm>
              <a:prstGeom prst="rect">
                <a:avLst/>
              </a:prstGeom>
              <a:solidFill>
                <a:srgbClr val="FFB94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6" name="矩形 125"/>
              <p:cNvSpPr/>
              <p:nvPr/>
            </p:nvSpPr>
            <p:spPr>
              <a:xfrm>
                <a:off x="6802287" y="1449003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7" name="矩形 126"/>
              <p:cNvSpPr/>
              <p:nvPr/>
            </p:nvSpPr>
            <p:spPr>
              <a:xfrm>
                <a:off x="6941502" y="1449003"/>
                <a:ext cx="92810" cy="525780"/>
              </a:xfrm>
              <a:prstGeom prst="rect">
                <a:avLst/>
              </a:prstGeom>
              <a:solidFill>
                <a:srgbClr val="FF883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7080717" y="1449003"/>
                <a:ext cx="92810" cy="525780"/>
              </a:xfrm>
              <a:prstGeom prst="rect">
                <a:avLst/>
              </a:prstGeom>
              <a:solidFill>
                <a:srgbClr val="FF6A3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9" name="矩形 128"/>
              <p:cNvSpPr/>
              <p:nvPr/>
            </p:nvSpPr>
            <p:spPr>
              <a:xfrm>
                <a:off x="7219932" y="1449003"/>
                <a:ext cx="92810" cy="525780"/>
              </a:xfrm>
              <a:prstGeom prst="rect">
                <a:avLst/>
              </a:prstGeom>
              <a:solidFill>
                <a:srgbClr val="FF4C3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0" name="矩形 129"/>
              <p:cNvSpPr/>
              <p:nvPr/>
            </p:nvSpPr>
            <p:spPr>
              <a:xfrm>
                <a:off x="7359148" y="1449003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31" name="组合 130"/>
            <p:cNvGrpSpPr/>
            <p:nvPr/>
          </p:nvGrpSpPr>
          <p:grpSpPr>
            <a:xfrm>
              <a:off x="6185154" y="2664780"/>
              <a:ext cx="4418797" cy="525780"/>
              <a:chOff x="3033161" y="2457249"/>
              <a:chExt cx="4418797" cy="525780"/>
            </a:xfrm>
          </p:grpSpPr>
          <p:sp>
            <p:nvSpPr>
              <p:cNvPr id="132" name="矩形 131"/>
              <p:cNvSpPr/>
              <p:nvPr/>
            </p:nvSpPr>
            <p:spPr>
              <a:xfrm>
                <a:off x="3033161" y="245724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3" name="矩形 132"/>
              <p:cNvSpPr/>
              <p:nvPr/>
            </p:nvSpPr>
            <p:spPr>
              <a:xfrm>
                <a:off x="3172376" y="245724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4" name="矩形 133"/>
              <p:cNvSpPr/>
              <p:nvPr/>
            </p:nvSpPr>
            <p:spPr>
              <a:xfrm>
                <a:off x="3311592" y="245724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3450807" y="245724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6" name="矩形 135"/>
              <p:cNvSpPr/>
              <p:nvPr/>
            </p:nvSpPr>
            <p:spPr>
              <a:xfrm>
                <a:off x="3590022" y="245724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7" name="矩形 136"/>
              <p:cNvSpPr/>
              <p:nvPr/>
            </p:nvSpPr>
            <p:spPr>
              <a:xfrm>
                <a:off x="3729238" y="245724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8" name="矩形 137"/>
              <p:cNvSpPr/>
              <p:nvPr/>
            </p:nvSpPr>
            <p:spPr>
              <a:xfrm>
                <a:off x="3868453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4007668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4146883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1" name="矩形 140"/>
              <p:cNvSpPr/>
              <p:nvPr/>
            </p:nvSpPr>
            <p:spPr>
              <a:xfrm>
                <a:off x="4286099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2" name="矩形 141"/>
              <p:cNvSpPr/>
              <p:nvPr/>
            </p:nvSpPr>
            <p:spPr>
              <a:xfrm>
                <a:off x="4425314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3" name="矩形 142"/>
              <p:cNvSpPr/>
              <p:nvPr/>
            </p:nvSpPr>
            <p:spPr>
              <a:xfrm>
                <a:off x="4564529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4" name="矩形 143"/>
              <p:cNvSpPr/>
              <p:nvPr/>
            </p:nvSpPr>
            <p:spPr>
              <a:xfrm>
                <a:off x="4703745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5" name="矩形 144"/>
              <p:cNvSpPr/>
              <p:nvPr/>
            </p:nvSpPr>
            <p:spPr>
              <a:xfrm>
                <a:off x="4842960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6" name="矩形 145"/>
              <p:cNvSpPr/>
              <p:nvPr/>
            </p:nvSpPr>
            <p:spPr>
              <a:xfrm>
                <a:off x="4982175" y="245724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7" name="矩形 146"/>
              <p:cNvSpPr/>
              <p:nvPr/>
            </p:nvSpPr>
            <p:spPr>
              <a:xfrm>
                <a:off x="5121391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8" name="矩形 147"/>
              <p:cNvSpPr/>
              <p:nvPr/>
            </p:nvSpPr>
            <p:spPr>
              <a:xfrm>
                <a:off x="5270918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49" name="矩形 148"/>
              <p:cNvSpPr/>
              <p:nvPr/>
            </p:nvSpPr>
            <p:spPr>
              <a:xfrm>
                <a:off x="5410133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0" name="矩形 149"/>
              <p:cNvSpPr/>
              <p:nvPr/>
            </p:nvSpPr>
            <p:spPr>
              <a:xfrm>
                <a:off x="5549349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1" name="矩形 150"/>
              <p:cNvSpPr/>
              <p:nvPr/>
            </p:nvSpPr>
            <p:spPr>
              <a:xfrm>
                <a:off x="5688564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2" name="矩形 151"/>
              <p:cNvSpPr/>
              <p:nvPr/>
            </p:nvSpPr>
            <p:spPr>
              <a:xfrm>
                <a:off x="5827779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3" name="矩形 152"/>
              <p:cNvSpPr/>
              <p:nvPr/>
            </p:nvSpPr>
            <p:spPr>
              <a:xfrm>
                <a:off x="5966995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4" name="矩形 153"/>
              <p:cNvSpPr/>
              <p:nvPr/>
            </p:nvSpPr>
            <p:spPr>
              <a:xfrm>
                <a:off x="6106210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5" name="矩形 154"/>
              <p:cNvSpPr/>
              <p:nvPr/>
            </p:nvSpPr>
            <p:spPr>
              <a:xfrm>
                <a:off x="6245425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6" name="矩形 155"/>
              <p:cNvSpPr/>
              <p:nvPr/>
            </p:nvSpPr>
            <p:spPr>
              <a:xfrm>
                <a:off x="6384641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7" name="矩形 156"/>
              <p:cNvSpPr/>
              <p:nvPr/>
            </p:nvSpPr>
            <p:spPr>
              <a:xfrm>
                <a:off x="6523856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8" name="矩形 157"/>
              <p:cNvSpPr/>
              <p:nvPr/>
            </p:nvSpPr>
            <p:spPr>
              <a:xfrm>
                <a:off x="6663071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59" name="矩形 158"/>
              <p:cNvSpPr/>
              <p:nvPr/>
            </p:nvSpPr>
            <p:spPr>
              <a:xfrm>
                <a:off x="6802287" y="245724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6941502" y="2457249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1" name="矩形 160"/>
              <p:cNvSpPr/>
              <p:nvPr/>
            </p:nvSpPr>
            <p:spPr>
              <a:xfrm>
                <a:off x="7080717" y="2457249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2" name="矩形 161"/>
              <p:cNvSpPr/>
              <p:nvPr/>
            </p:nvSpPr>
            <p:spPr>
              <a:xfrm>
                <a:off x="7219932" y="2457249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3" name="矩形 162"/>
              <p:cNvSpPr/>
              <p:nvPr/>
            </p:nvSpPr>
            <p:spPr>
              <a:xfrm>
                <a:off x="7359148" y="2457249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64" name="组合 163"/>
            <p:cNvGrpSpPr/>
            <p:nvPr/>
          </p:nvGrpSpPr>
          <p:grpSpPr>
            <a:xfrm>
              <a:off x="6185154" y="1456875"/>
              <a:ext cx="4418797" cy="100665"/>
              <a:chOff x="1356360" y="236220"/>
              <a:chExt cx="6530340" cy="990600"/>
            </a:xfrm>
          </p:grpSpPr>
          <p:sp>
            <p:nvSpPr>
              <p:cNvPr id="165" name="矩形 164"/>
              <p:cNvSpPr/>
              <p:nvPr/>
            </p:nvSpPr>
            <p:spPr>
              <a:xfrm>
                <a:off x="13563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6" name="矩形 165"/>
              <p:cNvSpPr/>
              <p:nvPr/>
            </p:nvSpPr>
            <p:spPr>
              <a:xfrm>
                <a:off x="15621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7" name="矩形 166"/>
              <p:cNvSpPr/>
              <p:nvPr/>
            </p:nvSpPr>
            <p:spPr>
              <a:xfrm>
                <a:off x="17678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8" name="矩形 167"/>
              <p:cNvSpPr/>
              <p:nvPr/>
            </p:nvSpPr>
            <p:spPr>
              <a:xfrm>
                <a:off x="19735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69" name="矩形 168"/>
              <p:cNvSpPr/>
              <p:nvPr/>
            </p:nvSpPr>
            <p:spPr>
              <a:xfrm>
                <a:off x="21793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0" name="矩形 169"/>
              <p:cNvSpPr/>
              <p:nvPr/>
            </p:nvSpPr>
            <p:spPr>
              <a:xfrm>
                <a:off x="238506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1" name="矩形 170"/>
              <p:cNvSpPr/>
              <p:nvPr/>
            </p:nvSpPr>
            <p:spPr>
              <a:xfrm>
                <a:off x="25908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2" name="矩形 171"/>
              <p:cNvSpPr/>
              <p:nvPr/>
            </p:nvSpPr>
            <p:spPr>
              <a:xfrm>
                <a:off x="27965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3" name="矩形 172"/>
              <p:cNvSpPr/>
              <p:nvPr/>
            </p:nvSpPr>
            <p:spPr>
              <a:xfrm>
                <a:off x="30022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4" name="矩形 173"/>
              <p:cNvSpPr/>
              <p:nvPr/>
            </p:nvSpPr>
            <p:spPr>
              <a:xfrm>
                <a:off x="32080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5" name="矩形 174"/>
              <p:cNvSpPr/>
              <p:nvPr/>
            </p:nvSpPr>
            <p:spPr>
              <a:xfrm>
                <a:off x="34137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6" name="矩形 175"/>
              <p:cNvSpPr/>
              <p:nvPr/>
            </p:nvSpPr>
            <p:spPr>
              <a:xfrm>
                <a:off x="36195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7" name="矩形 176"/>
              <p:cNvSpPr/>
              <p:nvPr/>
            </p:nvSpPr>
            <p:spPr>
              <a:xfrm>
                <a:off x="38252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8" name="矩形 177"/>
              <p:cNvSpPr/>
              <p:nvPr/>
            </p:nvSpPr>
            <p:spPr>
              <a:xfrm>
                <a:off x="40309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79" name="矩形 178"/>
              <p:cNvSpPr/>
              <p:nvPr/>
            </p:nvSpPr>
            <p:spPr>
              <a:xfrm>
                <a:off x="423672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0" name="矩形 179"/>
              <p:cNvSpPr/>
              <p:nvPr/>
            </p:nvSpPr>
            <p:spPr>
              <a:xfrm>
                <a:off x="44424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1" name="矩形 180"/>
              <p:cNvSpPr/>
              <p:nvPr/>
            </p:nvSpPr>
            <p:spPr>
              <a:xfrm>
                <a:off x="46634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2" name="矩形 181"/>
              <p:cNvSpPr/>
              <p:nvPr/>
            </p:nvSpPr>
            <p:spPr>
              <a:xfrm>
                <a:off x="48691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3" name="矩形 182"/>
              <p:cNvSpPr/>
              <p:nvPr/>
            </p:nvSpPr>
            <p:spPr>
              <a:xfrm>
                <a:off x="50749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4" name="矩形 183"/>
              <p:cNvSpPr/>
              <p:nvPr/>
            </p:nvSpPr>
            <p:spPr>
              <a:xfrm>
                <a:off x="52806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5" name="矩形 184"/>
              <p:cNvSpPr/>
              <p:nvPr/>
            </p:nvSpPr>
            <p:spPr>
              <a:xfrm>
                <a:off x="54864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6" name="矩形 185"/>
              <p:cNvSpPr/>
              <p:nvPr/>
            </p:nvSpPr>
            <p:spPr>
              <a:xfrm>
                <a:off x="56921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7" name="矩形 186"/>
              <p:cNvSpPr/>
              <p:nvPr/>
            </p:nvSpPr>
            <p:spPr>
              <a:xfrm>
                <a:off x="58978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8" name="矩形 187"/>
              <p:cNvSpPr/>
              <p:nvPr/>
            </p:nvSpPr>
            <p:spPr>
              <a:xfrm>
                <a:off x="61036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89" name="矩形 188"/>
              <p:cNvSpPr/>
              <p:nvPr/>
            </p:nvSpPr>
            <p:spPr>
              <a:xfrm>
                <a:off x="63093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0" name="矩形 189"/>
              <p:cNvSpPr/>
              <p:nvPr/>
            </p:nvSpPr>
            <p:spPr>
              <a:xfrm>
                <a:off x="65151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67208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692658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71323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73380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75438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774954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197" name="组合 196"/>
            <p:cNvGrpSpPr/>
            <p:nvPr/>
          </p:nvGrpSpPr>
          <p:grpSpPr>
            <a:xfrm>
              <a:off x="6185154" y="4174182"/>
              <a:ext cx="4418797" cy="525780"/>
              <a:chOff x="3033161" y="1449003"/>
              <a:chExt cx="4418797" cy="525780"/>
            </a:xfrm>
          </p:grpSpPr>
          <p:sp>
            <p:nvSpPr>
              <p:cNvPr id="198" name="矩形 197"/>
              <p:cNvSpPr/>
              <p:nvPr/>
            </p:nvSpPr>
            <p:spPr>
              <a:xfrm>
                <a:off x="3033161" y="1449003"/>
                <a:ext cx="92810" cy="525780"/>
              </a:xfrm>
              <a:prstGeom prst="rect">
                <a:avLst/>
              </a:prstGeom>
              <a:solidFill>
                <a:srgbClr val="FF3B3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3172376" y="1449003"/>
                <a:ext cx="92810" cy="525780"/>
              </a:xfrm>
              <a:prstGeom prst="rect">
                <a:avLst/>
              </a:prstGeom>
              <a:solidFill>
                <a:srgbClr val="FF467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3311592" y="1449003"/>
                <a:ext cx="92810" cy="525780"/>
              </a:xfrm>
              <a:prstGeom prst="rect">
                <a:avLst/>
              </a:prstGeom>
              <a:solidFill>
                <a:srgbClr val="FE50A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3450807" y="1449003"/>
                <a:ext cx="92810" cy="525780"/>
              </a:xfrm>
              <a:prstGeom prst="rect">
                <a:avLst/>
              </a:prstGeom>
              <a:solidFill>
                <a:srgbClr val="FE57C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2" name="矩形 201"/>
              <p:cNvSpPr/>
              <p:nvPr/>
            </p:nvSpPr>
            <p:spPr>
              <a:xfrm>
                <a:off x="3590022" y="1449003"/>
                <a:ext cx="92810" cy="525780"/>
              </a:xfrm>
              <a:prstGeom prst="rect">
                <a:avLst/>
              </a:prstGeom>
              <a:solidFill>
                <a:srgbClr val="FC64F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3" name="矩形 202"/>
              <p:cNvSpPr/>
              <p:nvPr/>
            </p:nvSpPr>
            <p:spPr>
              <a:xfrm>
                <a:off x="3729238" y="1449003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4" name="矩形 203"/>
              <p:cNvSpPr/>
              <p:nvPr/>
            </p:nvSpPr>
            <p:spPr>
              <a:xfrm>
                <a:off x="3868453" y="1449003"/>
                <a:ext cx="92810" cy="525780"/>
              </a:xfrm>
              <a:prstGeom prst="rect">
                <a:avLst/>
              </a:prstGeom>
              <a:solidFill>
                <a:srgbClr val="BD6C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5" name="矩形 204"/>
              <p:cNvSpPr/>
              <p:nvPr/>
            </p:nvSpPr>
            <p:spPr>
              <a:xfrm>
                <a:off x="4007668" y="1449003"/>
                <a:ext cx="92810" cy="525780"/>
              </a:xfrm>
              <a:prstGeom prst="rect">
                <a:avLst/>
              </a:prstGeom>
              <a:solidFill>
                <a:srgbClr val="926F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6" name="矩形 205"/>
              <p:cNvSpPr/>
              <p:nvPr/>
            </p:nvSpPr>
            <p:spPr>
              <a:xfrm>
                <a:off x="4146883" y="1449003"/>
                <a:ext cx="92810" cy="525780"/>
              </a:xfrm>
              <a:prstGeom prst="rect">
                <a:avLst/>
              </a:prstGeom>
              <a:solidFill>
                <a:srgbClr val="5E74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7" name="矩形 206"/>
              <p:cNvSpPr/>
              <p:nvPr/>
            </p:nvSpPr>
            <p:spPr>
              <a:xfrm>
                <a:off x="4286099" y="1449003"/>
                <a:ext cx="92810" cy="525780"/>
              </a:xfrm>
              <a:prstGeom prst="rect">
                <a:avLst/>
              </a:prstGeom>
              <a:solidFill>
                <a:srgbClr val="4076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8" name="矩形 207"/>
              <p:cNvSpPr/>
              <p:nvPr/>
            </p:nvSpPr>
            <p:spPr>
              <a:xfrm>
                <a:off x="4425314" y="1449003"/>
                <a:ext cx="92810" cy="525780"/>
              </a:xfrm>
              <a:prstGeom prst="rect">
                <a:avLst/>
              </a:prstGeom>
              <a:solidFill>
                <a:srgbClr val="2D8EF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09" name="矩形 208"/>
              <p:cNvSpPr/>
              <p:nvPr/>
            </p:nvSpPr>
            <p:spPr>
              <a:xfrm>
                <a:off x="4564529" y="1449003"/>
                <a:ext cx="92810" cy="525780"/>
              </a:xfrm>
              <a:prstGeom prst="rect">
                <a:avLst/>
              </a:prstGeom>
              <a:solidFill>
                <a:srgbClr val="269BF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0" name="矩形 209"/>
              <p:cNvSpPr/>
              <p:nvPr/>
            </p:nvSpPr>
            <p:spPr>
              <a:xfrm>
                <a:off x="4703745" y="1449003"/>
                <a:ext cx="92810" cy="525780"/>
              </a:xfrm>
              <a:prstGeom prst="rect">
                <a:avLst/>
              </a:prstGeom>
              <a:solidFill>
                <a:srgbClr val="22B1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1" name="矩形 210"/>
              <p:cNvSpPr/>
              <p:nvPr/>
            </p:nvSpPr>
            <p:spPr>
              <a:xfrm>
                <a:off x="4842960" y="1449003"/>
                <a:ext cx="92810" cy="525780"/>
              </a:xfrm>
              <a:prstGeom prst="rect">
                <a:avLst/>
              </a:prstGeom>
              <a:solidFill>
                <a:srgbClr val="1CC1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2" name="矩形 211"/>
              <p:cNvSpPr/>
              <p:nvPr/>
            </p:nvSpPr>
            <p:spPr>
              <a:xfrm>
                <a:off x="4982175" y="1449003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3" name="矩形 212"/>
              <p:cNvSpPr/>
              <p:nvPr/>
            </p:nvSpPr>
            <p:spPr>
              <a:xfrm>
                <a:off x="5121391" y="1449003"/>
                <a:ext cx="92810" cy="525780"/>
              </a:xfrm>
              <a:prstGeom prst="rect">
                <a:avLst/>
              </a:prstGeom>
              <a:solidFill>
                <a:srgbClr val="0AE5F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4" name="矩形 213"/>
              <p:cNvSpPr/>
              <p:nvPr/>
            </p:nvSpPr>
            <p:spPr>
              <a:xfrm>
                <a:off x="5270918" y="1449003"/>
                <a:ext cx="92810" cy="525780"/>
              </a:xfrm>
              <a:prstGeom prst="rect">
                <a:avLst/>
              </a:prstGeom>
              <a:solidFill>
                <a:srgbClr val="39DED7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5" name="矩形 214"/>
              <p:cNvSpPr/>
              <p:nvPr/>
            </p:nvSpPr>
            <p:spPr>
              <a:xfrm>
                <a:off x="5410133" y="1449003"/>
                <a:ext cx="92810" cy="525780"/>
              </a:xfrm>
              <a:prstGeom prst="rect">
                <a:avLst/>
              </a:prstGeom>
              <a:solidFill>
                <a:srgbClr val="58D8A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6" name="矩形 215"/>
              <p:cNvSpPr/>
              <p:nvPr/>
            </p:nvSpPr>
            <p:spPr>
              <a:xfrm>
                <a:off x="5549349" y="1449003"/>
                <a:ext cx="92810" cy="525780"/>
              </a:xfrm>
              <a:prstGeom prst="rect">
                <a:avLst/>
              </a:prstGeom>
              <a:solidFill>
                <a:srgbClr val="66D39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7" name="矩形 216"/>
              <p:cNvSpPr/>
              <p:nvPr/>
            </p:nvSpPr>
            <p:spPr>
              <a:xfrm>
                <a:off x="5688564" y="1449003"/>
                <a:ext cx="92810" cy="525780"/>
              </a:xfrm>
              <a:prstGeom prst="rect">
                <a:avLst/>
              </a:prstGeom>
              <a:solidFill>
                <a:srgbClr val="7ED06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8" name="矩形 217"/>
              <p:cNvSpPr/>
              <p:nvPr/>
            </p:nvSpPr>
            <p:spPr>
              <a:xfrm>
                <a:off x="5827779" y="1449003"/>
                <a:ext cx="92810" cy="525780"/>
              </a:xfrm>
              <a:prstGeom prst="rect">
                <a:avLst/>
              </a:prstGeom>
              <a:solidFill>
                <a:srgbClr val="88CC46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19" name="矩形 218"/>
              <p:cNvSpPr/>
              <p:nvPr/>
            </p:nvSpPr>
            <p:spPr>
              <a:xfrm>
                <a:off x="5966995" y="1449003"/>
                <a:ext cx="92810" cy="525780"/>
              </a:xfrm>
              <a:prstGeom prst="rect">
                <a:avLst/>
              </a:prstGeom>
              <a:solidFill>
                <a:srgbClr val="9BCA3E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0" name="矩形 219"/>
              <p:cNvSpPr/>
              <p:nvPr/>
            </p:nvSpPr>
            <p:spPr>
              <a:xfrm>
                <a:off x="6106210" y="1449003"/>
                <a:ext cx="92810" cy="525780"/>
              </a:xfrm>
              <a:prstGeom prst="rect">
                <a:avLst/>
              </a:prstGeom>
              <a:solidFill>
                <a:srgbClr val="BCC33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1" name="矩形 220"/>
              <p:cNvSpPr/>
              <p:nvPr/>
            </p:nvSpPr>
            <p:spPr>
              <a:xfrm>
                <a:off x="6245425" y="1449003"/>
                <a:ext cx="92810" cy="525780"/>
              </a:xfrm>
              <a:prstGeom prst="rect">
                <a:avLst/>
              </a:prstGeom>
              <a:solidFill>
                <a:srgbClr val="C6C34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2" name="矩形 221"/>
              <p:cNvSpPr/>
              <p:nvPr/>
            </p:nvSpPr>
            <p:spPr>
              <a:xfrm>
                <a:off x="6384641" y="1449003"/>
                <a:ext cx="92810" cy="525780"/>
              </a:xfrm>
              <a:prstGeom prst="rect">
                <a:avLst/>
              </a:prstGeom>
              <a:solidFill>
                <a:srgbClr val="DFC04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3" name="矩形 222"/>
              <p:cNvSpPr/>
              <p:nvPr/>
            </p:nvSpPr>
            <p:spPr>
              <a:xfrm>
                <a:off x="6523856" y="1449003"/>
                <a:ext cx="92810" cy="525780"/>
              </a:xfrm>
              <a:prstGeom prst="rect">
                <a:avLst/>
              </a:prstGeom>
              <a:solidFill>
                <a:srgbClr val="F0BD4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4" name="矩形 223"/>
              <p:cNvSpPr/>
              <p:nvPr/>
            </p:nvSpPr>
            <p:spPr>
              <a:xfrm>
                <a:off x="6663071" y="1449003"/>
                <a:ext cx="92810" cy="525780"/>
              </a:xfrm>
              <a:prstGeom prst="rect">
                <a:avLst/>
              </a:prstGeom>
              <a:solidFill>
                <a:srgbClr val="FFB94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5" name="矩形 224"/>
              <p:cNvSpPr/>
              <p:nvPr/>
            </p:nvSpPr>
            <p:spPr>
              <a:xfrm>
                <a:off x="6802287" y="1449003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6" name="矩形 225"/>
              <p:cNvSpPr/>
              <p:nvPr/>
            </p:nvSpPr>
            <p:spPr>
              <a:xfrm>
                <a:off x="6941502" y="1449003"/>
                <a:ext cx="92810" cy="525780"/>
              </a:xfrm>
              <a:prstGeom prst="rect">
                <a:avLst/>
              </a:prstGeom>
              <a:solidFill>
                <a:srgbClr val="FF883C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7" name="矩形 226"/>
              <p:cNvSpPr/>
              <p:nvPr/>
            </p:nvSpPr>
            <p:spPr>
              <a:xfrm>
                <a:off x="7080717" y="1449003"/>
                <a:ext cx="92810" cy="525780"/>
              </a:xfrm>
              <a:prstGeom prst="rect">
                <a:avLst/>
              </a:prstGeom>
              <a:solidFill>
                <a:srgbClr val="FF6A38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8" name="矩形 227"/>
              <p:cNvSpPr/>
              <p:nvPr/>
            </p:nvSpPr>
            <p:spPr>
              <a:xfrm>
                <a:off x="7219932" y="1449003"/>
                <a:ext cx="92810" cy="525780"/>
              </a:xfrm>
              <a:prstGeom prst="rect">
                <a:avLst/>
              </a:prstGeom>
              <a:solidFill>
                <a:srgbClr val="FF4C32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29" name="矩形 228"/>
              <p:cNvSpPr/>
              <p:nvPr/>
            </p:nvSpPr>
            <p:spPr>
              <a:xfrm>
                <a:off x="7359148" y="1449003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30" name="组合 229"/>
            <p:cNvGrpSpPr/>
            <p:nvPr/>
          </p:nvGrpSpPr>
          <p:grpSpPr>
            <a:xfrm>
              <a:off x="6185154" y="3974523"/>
              <a:ext cx="4418797" cy="100665"/>
              <a:chOff x="1356360" y="236220"/>
              <a:chExt cx="6530340" cy="990600"/>
            </a:xfrm>
          </p:grpSpPr>
          <p:sp>
            <p:nvSpPr>
              <p:cNvPr id="231" name="矩形 230"/>
              <p:cNvSpPr/>
              <p:nvPr/>
            </p:nvSpPr>
            <p:spPr>
              <a:xfrm>
                <a:off x="13563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2" name="矩形 231"/>
              <p:cNvSpPr/>
              <p:nvPr/>
            </p:nvSpPr>
            <p:spPr>
              <a:xfrm>
                <a:off x="15621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3" name="矩形 232"/>
              <p:cNvSpPr/>
              <p:nvPr/>
            </p:nvSpPr>
            <p:spPr>
              <a:xfrm>
                <a:off x="17678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4" name="矩形 233"/>
              <p:cNvSpPr/>
              <p:nvPr/>
            </p:nvSpPr>
            <p:spPr>
              <a:xfrm>
                <a:off x="19735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5" name="矩形 234"/>
              <p:cNvSpPr/>
              <p:nvPr/>
            </p:nvSpPr>
            <p:spPr>
              <a:xfrm>
                <a:off x="21793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6" name="矩形 235"/>
              <p:cNvSpPr/>
              <p:nvPr/>
            </p:nvSpPr>
            <p:spPr>
              <a:xfrm>
                <a:off x="238506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7" name="矩形 236"/>
              <p:cNvSpPr/>
              <p:nvPr/>
            </p:nvSpPr>
            <p:spPr>
              <a:xfrm>
                <a:off x="25908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8" name="矩形 237"/>
              <p:cNvSpPr/>
              <p:nvPr/>
            </p:nvSpPr>
            <p:spPr>
              <a:xfrm>
                <a:off x="27965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39" name="矩形 238"/>
              <p:cNvSpPr/>
              <p:nvPr/>
            </p:nvSpPr>
            <p:spPr>
              <a:xfrm>
                <a:off x="30022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0" name="矩形 239"/>
              <p:cNvSpPr/>
              <p:nvPr/>
            </p:nvSpPr>
            <p:spPr>
              <a:xfrm>
                <a:off x="32080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1" name="矩形 240"/>
              <p:cNvSpPr/>
              <p:nvPr/>
            </p:nvSpPr>
            <p:spPr>
              <a:xfrm>
                <a:off x="34137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2" name="矩形 241"/>
              <p:cNvSpPr/>
              <p:nvPr/>
            </p:nvSpPr>
            <p:spPr>
              <a:xfrm>
                <a:off x="36195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3" name="矩形 242"/>
              <p:cNvSpPr/>
              <p:nvPr/>
            </p:nvSpPr>
            <p:spPr>
              <a:xfrm>
                <a:off x="38252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4" name="矩形 243"/>
              <p:cNvSpPr/>
              <p:nvPr/>
            </p:nvSpPr>
            <p:spPr>
              <a:xfrm>
                <a:off x="40309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5" name="矩形 244"/>
              <p:cNvSpPr/>
              <p:nvPr/>
            </p:nvSpPr>
            <p:spPr>
              <a:xfrm>
                <a:off x="423672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6" name="矩形 245"/>
              <p:cNvSpPr/>
              <p:nvPr/>
            </p:nvSpPr>
            <p:spPr>
              <a:xfrm>
                <a:off x="44424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7" name="矩形 246"/>
              <p:cNvSpPr/>
              <p:nvPr/>
            </p:nvSpPr>
            <p:spPr>
              <a:xfrm>
                <a:off x="46634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8" name="矩形 247"/>
              <p:cNvSpPr/>
              <p:nvPr/>
            </p:nvSpPr>
            <p:spPr>
              <a:xfrm>
                <a:off x="48691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49" name="矩形 248"/>
              <p:cNvSpPr/>
              <p:nvPr/>
            </p:nvSpPr>
            <p:spPr>
              <a:xfrm>
                <a:off x="50749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0" name="矩形 249"/>
              <p:cNvSpPr/>
              <p:nvPr/>
            </p:nvSpPr>
            <p:spPr>
              <a:xfrm>
                <a:off x="52806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1" name="矩形 250"/>
              <p:cNvSpPr/>
              <p:nvPr/>
            </p:nvSpPr>
            <p:spPr>
              <a:xfrm>
                <a:off x="54864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2" name="矩形 251"/>
              <p:cNvSpPr/>
              <p:nvPr/>
            </p:nvSpPr>
            <p:spPr>
              <a:xfrm>
                <a:off x="56921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3" name="矩形 252"/>
              <p:cNvSpPr/>
              <p:nvPr/>
            </p:nvSpPr>
            <p:spPr>
              <a:xfrm>
                <a:off x="589788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4" name="矩形 253"/>
              <p:cNvSpPr/>
              <p:nvPr/>
            </p:nvSpPr>
            <p:spPr>
              <a:xfrm>
                <a:off x="61036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5" name="矩形 254"/>
              <p:cNvSpPr/>
              <p:nvPr/>
            </p:nvSpPr>
            <p:spPr>
              <a:xfrm>
                <a:off x="63093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6" name="矩形 255"/>
              <p:cNvSpPr/>
              <p:nvPr/>
            </p:nvSpPr>
            <p:spPr>
              <a:xfrm>
                <a:off x="65151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7" name="矩形 256"/>
              <p:cNvSpPr/>
              <p:nvPr/>
            </p:nvSpPr>
            <p:spPr>
              <a:xfrm>
                <a:off x="672084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8" name="矩形 257"/>
              <p:cNvSpPr/>
              <p:nvPr/>
            </p:nvSpPr>
            <p:spPr>
              <a:xfrm>
                <a:off x="692658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59" name="矩形 258"/>
              <p:cNvSpPr/>
              <p:nvPr/>
            </p:nvSpPr>
            <p:spPr>
              <a:xfrm>
                <a:off x="713232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0" name="矩形 259"/>
              <p:cNvSpPr/>
              <p:nvPr/>
            </p:nvSpPr>
            <p:spPr>
              <a:xfrm>
                <a:off x="733806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1" name="矩形 260"/>
              <p:cNvSpPr/>
              <p:nvPr/>
            </p:nvSpPr>
            <p:spPr>
              <a:xfrm>
                <a:off x="7543800" y="236220"/>
                <a:ext cx="137160" cy="9906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2" name="矩形 261"/>
              <p:cNvSpPr/>
              <p:nvPr/>
            </p:nvSpPr>
            <p:spPr>
              <a:xfrm>
                <a:off x="7749540" y="236220"/>
                <a:ext cx="137160" cy="990600"/>
              </a:xfrm>
              <a:prstGeom prst="rect">
                <a:avLst/>
              </a:prstGeom>
              <a:solidFill>
                <a:schemeClr val="accent2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263" name="组合 262"/>
            <p:cNvGrpSpPr/>
            <p:nvPr/>
          </p:nvGrpSpPr>
          <p:grpSpPr>
            <a:xfrm>
              <a:off x="7997172" y="5182428"/>
              <a:ext cx="503158" cy="525780"/>
              <a:chOff x="4845179" y="5139489"/>
              <a:chExt cx="503158" cy="525780"/>
            </a:xfrm>
          </p:grpSpPr>
          <p:sp>
            <p:nvSpPr>
              <p:cNvPr id="264" name="矩形 263"/>
              <p:cNvSpPr/>
              <p:nvPr/>
            </p:nvSpPr>
            <p:spPr>
              <a:xfrm>
                <a:off x="4982175" y="5139489"/>
                <a:ext cx="92810" cy="525780"/>
              </a:xfrm>
              <a:prstGeom prst="rect">
                <a:avLst/>
              </a:prstGeom>
              <a:solidFill>
                <a:srgbClr val="07DD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5" name="矩形 264"/>
              <p:cNvSpPr/>
              <p:nvPr/>
            </p:nvSpPr>
            <p:spPr>
              <a:xfrm>
                <a:off x="5118851" y="5139489"/>
                <a:ext cx="92810" cy="525780"/>
              </a:xfrm>
              <a:prstGeom prst="rect">
                <a:avLst/>
              </a:prstGeom>
              <a:solidFill>
                <a:srgbClr val="FFA33D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6" name="矩形 265"/>
              <p:cNvSpPr/>
              <p:nvPr/>
            </p:nvSpPr>
            <p:spPr>
              <a:xfrm>
                <a:off x="5255527" y="5139489"/>
                <a:ext cx="92810" cy="525780"/>
              </a:xfrm>
              <a:prstGeom prst="rect">
                <a:avLst/>
              </a:prstGeom>
              <a:solidFill>
                <a:srgbClr val="FF343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67" name="矩形 266"/>
              <p:cNvSpPr/>
              <p:nvPr/>
            </p:nvSpPr>
            <p:spPr>
              <a:xfrm>
                <a:off x="4845179" y="5139489"/>
                <a:ext cx="92810" cy="525780"/>
              </a:xfrm>
              <a:prstGeom prst="rect">
                <a:avLst/>
              </a:prstGeom>
              <a:solidFill>
                <a:srgbClr val="EA67F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268" name="直接箭头连接符 267"/>
            <p:cNvCxnSpPr>
              <a:stCxn id="203" idx="2"/>
              <a:endCxn id="267" idx="0"/>
            </p:cNvCxnSpPr>
            <p:nvPr/>
          </p:nvCxnSpPr>
          <p:spPr>
            <a:xfrm>
              <a:off x="6927636" y="4699962"/>
              <a:ext cx="1115941" cy="4824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9" name="直接箭头连接符 268"/>
            <p:cNvCxnSpPr>
              <a:stCxn id="212" idx="2"/>
              <a:endCxn id="264" idx="0"/>
            </p:cNvCxnSpPr>
            <p:nvPr/>
          </p:nvCxnSpPr>
          <p:spPr>
            <a:xfrm>
              <a:off x="8180573" y="4699962"/>
              <a:ext cx="0" cy="4824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0" name="直接箭头连接符 269"/>
            <p:cNvCxnSpPr>
              <a:stCxn id="225" idx="2"/>
              <a:endCxn id="265" idx="0"/>
            </p:cNvCxnSpPr>
            <p:nvPr/>
          </p:nvCxnSpPr>
          <p:spPr>
            <a:xfrm flipH="1">
              <a:off x="8317249" y="4699962"/>
              <a:ext cx="1683436" cy="4824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1" name="直接箭头连接符 270"/>
            <p:cNvCxnSpPr>
              <a:stCxn id="229" idx="2"/>
              <a:endCxn id="266" idx="0"/>
            </p:cNvCxnSpPr>
            <p:nvPr/>
          </p:nvCxnSpPr>
          <p:spPr>
            <a:xfrm flipH="1">
              <a:off x="8453925" y="4699962"/>
              <a:ext cx="2103621" cy="48246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2" name="文本框 271"/>
            <p:cNvSpPr txBox="1"/>
            <p:nvPr/>
          </p:nvSpPr>
          <p:spPr>
            <a:xfrm>
              <a:off x="6107109" y="1009319"/>
              <a:ext cx="1191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repeating</a:t>
              </a:r>
              <a:endParaRPr lang="zh-CN" altLang="en-US" dirty="0"/>
            </a:p>
          </p:txBody>
        </p:sp>
        <p:sp>
          <p:nvSpPr>
            <p:cNvPr id="273" name="文本框 272"/>
            <p:cNvSpPr txBox="1"/>
            <p:nvPr/>
          </p:nvSpPr>
          <p:spPr>
            <a:xfrm>
              <a:off x="6107109" y="3537365"/>
              <a:ext cx="11917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dirty="0" smtClean="0"/>
                <a:t>sampling</a:t>
              </a:r>
              <a:endParaRPr lang="zh-CN" altLang="en-US" dirty="0"/>
            </a:p>
          </p:txBody>
        </p:sp>
        <p:sp>
          <p:nvSpPr>
            <p:cNvPr id="274" name="环形箭头 273"/>
            <p:cNvSpPr/>
            <p:nvPr/>
          </p:nvSpPr>
          <p:spPr>
            <a:xfrm rot="5400000">
              <a:off x="10047090" y="1587290"/>
              <a:ext cx="1558491" cy="1558491"/>
            </a:xfrm>
            <a:prstGeom prst="circularArrow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5" name="环形箭头 274"/>
            <p:cNvSpPr/>
            <p:nvPr/>
          </p:nvSpPr>
          <p:spPr>
            <a:xfrm rot="5400000">
              <a:off x="10047090" y="4039166"/>
              <a:ext cx="1558491" cy="1558491"/>
            </a:xfrm>
            <a:prstGeom prst="circularArrow">
              <a:avLst/>
            </a:prstGeom>
            <a:solidFill>
              <a:schemeClr val="accent5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76" name="文本框 275"/>
            <p:cNvSpPr txBox="1"/>
            <p:nvPr/>
          </p:nvSpPr>
          <p:spPr>
            <a:xfrm>
              <a:off x="4930270" y="1327728"/>
              <a:ext cx="11917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200" dirty="0" smtClean="0"/>
                <a:t>boundary</a:t>
              </a:r>
              <a:endParaRPr lang="zh-CN" altLang="en-US" sz="1200" dirty="0"/>
            </a:p>
          </p:txBody>
        </p:sp>
        <p:sp>
          <p:nvSpPr>
            <p:cNvPr id="277" name="文本框 276"/>
            <p:cNvSpPr txBox="1"/>
            <p:nvPr/>
          </p:nvSpPr>
          <p:spPr>
            <a:xfrm>
              <a:off x="4930270" y="1769745"/>
              <a:ext cx="1191767" cy="248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n-US" altLang="zh-CN" sz="1200" dirty="0" smtClean="0"/>
                <a:t>encoder-output</a:t>
              </a:r>
              <a:endParaRPr lang="zh-CN" altLang="en-US" sz="1200" dirty="0"/>
            </a:p>
          </p:txBody>
        </p:sp>
        <p:sp>
          <p:nvSpPr>
            <p:cNvPr id="278" name="文本框 277"/>
            <p:cNvSpPr txBox="1"/>
            <p:nvPr/>
          </p:nvSpPr>
          <p:spPr>
            <a:xfrm>
              <a:off x="4930270" y="3835393"/>
              <a:ext cx="11917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zh-CN" sz="1200" dirty="0" err="1" smtClean="0"/>
                <a:t>baoundary</a:t>
              </a:r>
              <a:endParaRPr lang="zh-CN" altLang="en-US" sz="1200" dirty="0"/>
            </a:p>
          </p:txBody>
        </p:sp>
        <p:sp>
          <p:nvSpPr>
            <p:cNvPr id="279" name="文本框 278"/>
            <p:cNvSpPr txBox="1"/>
            <p:nvPr/>
          </p:nvSpPr>
          <p:spPr>
            <a:xfrm>
              <a:off x="4930271" y="4277410"/>
              <a:ext cx="1254884" cy="248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n-US" altLang="zh-CN" sz="1200" dirty="0" smtClean="0"/>
                <a:t>skill-embedding</a:t>
              </a:r>
              <a:endParaRPr lang="zh-CN" altLang="en-US" sz="1200" dirty="0"/>
            </a:p>
          </p:txBody>
        </p:sp>
        <p:sp>
          <p:nvSpPr>
            <p:cNvPr id="280" name="文本框 279"/>
            <p:cNvSpPr txBox="1"/>
            <p:nvPr/>
          </p:nvSpPr>
          <p:spPr>
            <a:xfrm>
              <a:off x="4930270" y="2812651"/>
              <a:ext cx="1191767" cy="248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n-US" altLang="zh-CN" sz="1200" dirty="0" smtClean="0"/>
                <a:t>repeated</a:t>
              </a:r>
              <a:endParaRPr lang="zh-CN" altLang="en-US" sz="1200" dirty="0"/>
            </a:p>
          </p:txBody>
        </p:sp>
        <p:sp>
          <p:nvSpPr>
            <p:cNvPr id="281" name="文本框 280"/>
            <p:cNvSpPr txBox="1"/>
            <p:nvPr/>
          </p:nvSpPr>
          <p:spPr>
            <a:xfrm>
              <a:off x="4930270" y="5349256"/>
              <a:ext cx="1191767" cy="24840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ts val="1200"/>
                </a:lnSpc>
              </a:pPr>
              <a:r>
                <a:rPr lang="en-US" altLang="zh-CN" sz="1200" dirty="0" smtClean="0"/>
                <a:t>sampled</a:t>
              </a:r>
              <a:endParaRPr lang="zh-CN" altLang="en-US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872350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4" name="组合 163"/>
          <p:cNvGrpSpPr/>
          <p:nvPr/>
        </p:nvGrpSpPr>
        <p:grpSpPr>
          <a:xfrm>
            <a:off x="455981" y="-629234"/>
            <a:ext cx="5729925" cy="7253554"/>
            <a:chOff x="3930701" y="-395554"/>
            <a:chExt cx="5729925" cy="7253554"/>
          </a:xfrm>
        </p:grpSpPr>
        <p:sp>
          <p:nvSpPr>
            <p:cNvPr id="162" name="矩形 161"/>
            <p:cNvSpPr/>
            <p:nvPr/>
          </p:nvSpPr>
          <p:spPr>
            <a:xfrm rot="5400000">
              <a:off x="7181398" y="4626159"/>
              <a:ext cx="255261" cy="5851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63" name="矩形 162"/>
            <p:cNvSpPr/>
            <p:nvPr/>
          </p:nvSpPr>
          <p:spPr>
            <a:xfrm rot="5400000">
              <a:off x="7919141" y="4626161"/>
              <a:ext cx="255261" cy="585112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36" name="直接箭头连接符 135"/>
            <p:cNvCxnSpPr>
              <a:endCxn id="135" idx="6"/>
            </p:cNvCxnSpPr>
            <p:nvPr/>
          </p:nvCxnSpPr>
          <p:spPr>
            <a:xfrm flipH="1">
              <a:off x="5487561" y="6075681"/>
              <a:ext cx="4155511" cy="0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矩形 160"/>
            <p:cNvSpPr/>
            <p:nvPr/>
          </p:nvSpPr>
          <p:spPr>
            <a:xfrm>
              <a:off x="7988382" y="6003498"/>
              <a:ext cx="136995" cy="132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50" name="直接箭头连接符 49"/>
            <p:cNvCxnSpPr/>
            <p:nvPr/>
          </p:nvCxnSpPr>
          <p:spPr>
            <a:xfrm>
              <a:off x="5884590" y="2396442"/>
              <a:ext cx="0" cy="565373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0" name="矩形 159"/>
            <p:cNvSpPr/>
            <p:nvPr/>
          </p:nvSpPr>
          <p:spPr>
            <a:xfrm>
              <a:off x="5810407" y="2682341"/>
              <a:ext cx="136995" cy="1320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" name="矩形 3"/>
            <p:cNvSpPr/>
            <p:nvPr/>
          </p:nvSpPr>
          <p:spPr>
            <a:xfrm rot="5400000">
              <a:off x="5695414" y="-384740"/>
              <a:ext cx="366983" cy="1296321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CNN </a:t>
              </a:r>
            </a:p>
          </p:txBody>
        </p:sp>
        <p:cxnSp>
          <p:nvCxnSpPr>
            <p:cNvPr id="6" name="直接箭头连接符 5"/>
            <p:cNvCxnSpPr/>
            <p:nvPr/>
          </p:nvCxnSpPr>
          <p:spPr>
            <a:xfrm>
              <a:off x="5884590" y="454805"/>
              <a:ext cx="0" cy="429243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/>
            <p:cNvCxnSpPr>
              <a:stCxn id="26" idx="2"/>
              <a:endCxn id="4" idx="1"/>
            </p:cNvCxnSpPr>
            <p:nvPr/>
          </p:nvCxnSpPr>
          <p:spPr>
            <a:xfrm>
              <a:off x="5878905" y="-118555"/>
              <a:ext cx="0" cy="198484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矩形 11"/>
                <p:cNvSpPr/>
                <p:nvPr/>
              </p:nvSpPr>
              <p:spPr>
                <a:xfrm>
                  <a:off x="4439590" y="-395554"/>
                  <a:ext cx="488232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𝑎𝑐𝑡𝑖𝑜𝑛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2" name="矩形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439590" y="-395554"/>
                  <a:ext cx="488232" cy="276999"/>
                </a:xfrm>
                <a:prstGeom prst="rect">
                  <a:avLst/>
                </a:prstGeom>
                <a:blipFill rotWithShape="0">
                  <a:blip r:embed="rId2"/>
                  <a:stretch>
                    <a:fillRect r="-1875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直接箭头连接符 12"/>
            <p:cNvCxnSpPr>
              <a:stCxn id="12" idx="2"/>
            </p:cNvCxnSpPr>
            <p:nvPr/>
          </p:nvCxnSpPr>
          <p:spPr>
            <a:xfrm>
              <a:off x="4683706" y="-118555"/>
              <a:ext cx="0" cy="1019188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矩形 16"/>
            <p:cNvSpPr/>
            <p:nvPr/>
          </p:nvSpPr>
          <p:spPr>
            <a:xfrm rot="5400000">
              <a:off x="5190167" y="-76626"/>
              <a:ext cx="366193" cy="230760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Encoder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0" name="矩形 19"/>
                <p:cNvSpPr/>
                <p:nvPr/>
              </p:nvSpPr>
              <p:spPr>
                <a:xfrm>
                  <a:off x="5924206" y="1249871"/>
                  <a:ext cx="1228977" cy="46166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𝑒𝑛𝑐𝑜𝑑𝑒𝑑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b="0" i="1" dirty="0" smtClean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𝑟𝑒𝑝𝑟𝑒𝑠𝑒𝑛𝑡𝑎𝑡𝑖𝑜𝑛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0" name="矩形 1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24206" y="1249871"/>
                  <a:ext cx="1228977" cy="461665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b="-1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2" name="左大括号 21"/>
            <p:cNvSpPr/>
            <p:nvPr/>
          </p:nvSpPr>
          <p:spPr>
            <a:xfrm rot="5400000">
              <a:off x="4812282" y="480240"/>
              <a:ext cx="201630" cy="1964791"/>
            </a:xfrm>
            <a:prstGeom prst="leftBrace">
              <a:avLst>
                <a:gd name="adj1" fmla="val 51764"/>
                <a:gd name="adj2" fmla="val 2780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 rot="5400000">
              <a:off x="4926938" y="987986"/>
              <a:ext cx="892648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skill head</a:t>
              </a:r>
              <a:endParaRPr lang="en-US" altLang="zh-CN" sz="14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矩形 25"/>
                <p:cNvSpPr/>
                <p:nvPr/>
              </p:nvSpPr>
              <p:spPr>
                <a:xfrm>
                  <a:off x="5230745" y="-395554"/>
                  <a:ext cx="1296319" cy="276999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𝑠𝑡𝑎𝑡𝑒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𝑖𝑚𝑎𝑔𝑒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26" name="矩形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230745" y="-395554"/>
                  <a:ext cx="1296319" cy="276999"/>
                </a:xfrm>
                <a:prstGeom prst="rect">
                  <a:avLst/>
                </a:prstGeom>
                <a:blipFill rotWithShape="0">
                  <a:blip r:embed="rId4"/>
                  <a:stretch>
                    <a:fillRect b="-22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7" name="矩形 36"/>
            <p:cNvSpPr/>
            <p:nvPr/>
          </p:nvSpPr>
          <p:spPr>
            <a:xfrm rot="5400000">
              <a:off x="5769147" y="1906289"/>
              <a:ext cx="255261" cy="7471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err="1">
                  <a:solidFill>
                    <a:schemeClr val="accent1">
                      <a:lumMod val="75000"/>
                    </a:schemeClr>
                  </a:solidFill>
                </a:rPr>
                <a:t>argmax</a:t>
              </a:r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 rot="5400000">
              <a:off x="4646567" y="1906288"/>
              <a:ext cx="255261" cy="74710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err="1" smtClean="0">
                  <a:solidFill>
                    <a:schemeClr val="accent1">
                      <a:lumMod val="75000"/>
                    </a:schemeClr>
                  </a:solidFill>
                </a:rPr>
                <a:t>Gumbel</a:t>
              </a:r>
              <a:endParaRPr lang="en-US" altLang="zh-CN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46" name="直接箭头连接符 45"/>
            <p:cNvCxnSpPr/>
            <p:nvPr/>
          </p:nvCxnSpPr>
          <p:spPr>
            <a:xfrm>
              <a:off x="4727412" y="2929992"/>
              <a:ext cx="0" cy="28446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/>
            <p:nvPr/>
          </p:nvCxnSpPr>
          <p:spPr>
            <a:xfrm>
              <a:off x="5175295" y="2275456"/>
              <a:ext cx="357430" cy="1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直接箭头连接符 52"/>
            <p:cNvCxnSpPr>
              <a:stCxn id="22" idx="0"/>
            </p:cNvCxnSpPr>
            <p:nvPr/>
          </p:nvCxnSpPr>
          <p:spPr>
            <a:xfrm>
              <a:off x="5895493" y="1563451"/>
              <a:ext cx="1284" cy="149360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矩形 57"/>
            <p:cNvSpPr/>
            <p:nvPr/>
          </p:nvSpPr>
          <p:spPr>
            <a:xfrm rot="5400000">
              <a:off x="4926938" y="2506979"/>
              <a:ext cx="892648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segment</a:t>
              </a:r>
              <a:endParaRPr lang="en-US" altLang="zh-CN" sz="1400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59" name="矩形 58"/>
            <p:cNvSpPr/>
            <p:nvPr/>
          </p:nvSpPr>
          <p:spPr>
            <a:xfrm rot="5400000">
              <a:off x="5769147" y="3360243"/>
              <a:ext cx="255261" cy="7471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err="1" smtClean="0">
                  <a:solidFill>
                    <a:schemeClr val="accent1">
                      <a:lumMod val="75000"/>
                    </a:schemeClr>
                  </a:solidFill>
                </a:rPr>
                <a:t>nograd</a:t>
              </a:r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60" name="矩形 59"/>
            <p:cNvSpPr/>
            <p:nvPr/>
          </p:nvSpPr>
          <p:spPr>
            <a:xfrm rot="5400000">
              <a:off x="4646567" y="3360242"/>
              <a:ext cx="255261" cy="74710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grad</a:t>
              </a:r>
              <a:endParaRPr lang="en-US" altLang="zh-CN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62" name="直接箭头连接符 61"/>
            <p:cNvCxnSpPr/>
            <p:nvPr/>
          </p:nvCxnSpPr>
          <p:spPr>
            <a:xfrm>
              <a:off x="5287081" y="4131335"/>
              <a:ext cx="0" cy="59391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左大括号 67"/>
            <p:cNvSpPr/>
            <p:nvPr/>
          </p:nvSpPr>
          <p:spPr>
            <a:xfrm rot="16200000" flipV="1">
              <a:off x="5186716" y="3407654"/>
              <a:ext cx="196920" cy="1104464"/>
            </a:xfrm>
            <a:prstGeom prst="leftBrace">
              <a:avLst>
                <a:gd name="adj1" fmla="val 51764"/>
                <a:gd name="adj2" fmla="val 49805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81" name="组合 80"/>
            <p:cNvGrpSpPr/>
            <p:nvPr/>
          </p:nvGrpSpPr>
          <p:grpSpPr>
            <a:xfrm>
              <a:off x="5285176" y="4344250"/>
              <a:ext cx="2215444" cy="381000"/>
              <a:chOff x="5396936" y="4968240"/>
              <a:chExt cx="3084124" cy="381000"/>
            </a:xfrm>
          </p:grpSpPr>
          <p:cxnSp>
            <p:nvCxnSpPr>
              <p:cNvPr id="72" name="直接连接符 71"/>
              <p:cNvCxnSpPr/>
              <p:nvPr/>
            </p:nvCxnSpPr>
            <p:spPr>
              <a:xfrm>
                <a:off x="5396936" y="4975860"/>
                <a:ext cx="3084124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箭头连接符 73"/>
              <p:cNvCxnSpPr/>
              <p:nvPr/>
            </p:nvCxnSpPr>
            <p:spPr>
              <a:xfrm>
                <a:off x="8481060" y="4968240"/>
                <a:ext cx="0" cy="381000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2" name="组合 81"/>
            <p:cNvGrpSpPr/>
            <p:nvPr/>
          </p:nvGrpSpPr>
          <p:grpSpPr>
            <a:xfrm>
              <a:off x="6653975" y="4216064"/>
              <a:ext cx="1402905" cy="509186"/>
              <a:chOff x="5971960" y="3568700"/>
              <a:chExt cx="2152967" cy="381000"/>
            </a:xfrm>
          </p:grpSpPr>
          <p:cxnSp>
            <p:nvCxnSpPr>
              <p:cNvPr id="75" name="直接连接符 74"/>
              <p:cNvCxnSpPr/>
              <p:nvPr/>
            </p:nvCxnSpPr>
            <p:spPr>
              <a:xfrm>
                <a:off x="5971960" y="3576320"/>
                <a:ext cx="2152967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接箭头连接符 75"/>
              <p:cNvCxnSpPr/>
              <p:nvPr/>
            </p:nvCxnSpPr>
            <p:spPr>
              <a:xfrm>
                <a:off x="8124927" y="3568700"/>
                <a:ext cx="0" cy="381000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7" name="矩形 76"/>
            <p:cNvSpPr/>
            <p:nvPr/>
          </p:nvSpPr>
          <p:spPr>
            <a:xfrm rot="5400000">
              <a:off x="7566843" y="2506980"/>
              <a:ext cx="892648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codebook</a:t>
              </a:r>
            </a:p>
          </p:txBody>
        </p:sp>
        <p:grpSp>
          <p:nvGrpSpPr>
            <p:cNvPr id="83" name="组合 82"/>
            <p:cNvGrpSpPr/>
            <p:nvPr/>
          </p:nvGrpSpPr>
          <p:grpSpPr>
            <a:xfrm>
              <a:off x="5878907" y="2952333"/>
              <a:ext cx="804968" cy="1263734"/>
              <a:chOff x="5971960" y="3570217"/>
              <a:chExt cx="2152967" cy="368771"/>
            </a:xfrm>
          </p:grpSpPr>
          <p:cxnSp>
            <p:nvCxnSpPr>
              <p:cNvPr id="84" name="直接连接符 83"/>
              <p:cNvCxnSpPr/>
              <p:nvPr/>
            </p:nvCxnSpPr>
            <p:spPr>
              <a:xfrm>
                <a:off x="5971960" y="3572984"/>
                <a:ext cx="2152967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直接箭头连接符 84"/>
              <p:cNvCxnSpPr/>
              <p:nvPr/>
            </p:nvCxnSpPr>
            <p:spPr>
              <a:xfrm>
                <a:off x="8094356" y="3570217"/>
                <a:ext cx="0" cy="368771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88" name="直接箭头连接符 87"/>
            <p:cNvCxnSpPr/>
            <p:nvPr/>
          </p:nvCxnSpPr>
          <p:spPr>
            <a:xfrm>
              <a:off x="8562157" y="4107106"/>
              <a:ext cx="0" cy="618144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58" name="组合 157"/>
            <p:cNvGrpSpPr/>
            <p:nvPr/>
          </p:nvGrpSpPr>
          <p:grpSpPr>
            <a:xfrm>
              <a:off x="3930701" y="1556026"/>
              <a:ext cx="997122" cy="3169224"/>
              <a:chOff x="4013199" y="1556026"/>
              <a:chExt cx="914623" cy="3169224"/>
            </a:xfrm>
          </p:grpSpPr>
          <p:cxnSp>
            <p:nvCxnSpPr>
              <p:cNvPr id="24" name="直接箭头连接符 23"/>
              <p:cNvCxnSpPr/>
              <p:nvPr/>
            </p:nvCxnSpPr>
            <p:spPr>
              <a:xfrm>
                <a:off x="4013199" y="1556026"/>
                <a:ext cx="0" cy="2803312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3" name="组合 92"/>
              <p:cNvGrpSpPr/>
              <p:nvPr/>
            </p:nvGrpSpPr>
            <p:grpSpPr>
              <a:xfrm>
                <a:off x="4013199" y="4351870"/>
                <a:ext cx="914623" cy="373380"/>
                <a:chOff x="5396936" y="4968240"/>
                <a:chExt cx="3084124" cy="381000"/>
              </a:xfrm>
            </p:grpSpPr>
            <p:cxnSp>
              <p:nvCxnSpPr>
                <p:cNvPr id="94" name="直接连接符 93"/>
                <p:cNvCxnSpPr/>
                <p:nvPr/>
              </p:nvCxnSpPr>
              <p:spPr>
                <a:xfrm>
                  <a:off x="5396936" y="4975860"/>
                  <a:ext cx="3084124" cy="0"/>
                </a:xfrm>
                <a:prstGeom prst="line">
                  <a:avLst/>
                </a:prstGeom>
                <a:ln w="28575">
                  <a:solidFill>
                    <a:schemeClr val="accent1">
                      <a:lumMod val="75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直接箭头连接符 94"/>
                <p:cNvCxnSpPr/>
                <p:nvPr/>
              </p:nvCxnSpPr>
              <p:spPr>
                <a:xfrm>
                  <a:off x="8481060" y="4968240"/>
                  <a:ext cx="0" cy="381000"/>
                </a:xfrm>
                <a:prstGeom prst="straightConnector1">
                  <a:avLst/>
                </a:prstGeom>
                <a:ln w="28575">
                  <a:solidFill>
                    <a:schemeClr val="accent1">
                      <a:lumMod val="75000"/>
                    </a:schemeClr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8" name="矩形 97"/>
                <p:cNvSpPr/>
                <p:nvPr/>
              </p:nvSpPr>
              <p:spPr>
                <a:xfrm>
                  <a:off x="4094115" y="2906858"/>
                  <a:ext cx="69660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𝑜𝑛𝑒h𝑜𝑡</m:t>
                        </m:r>
                      </m:oMath>
                    </m:oMathPara>
                  </a14:m>
                  <a:endParaRPr lang="en-US" altLang="zh-CN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8" name="矩形 9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94115" y="2906858"/>
                  <a:ext cx="696601" cy="276999"/>
                </a:xfrm>
                <a:prstGeom prst="rect">
                  <a:avLst/>
                </a:prstGeom>
                <a:blipFill rotWithShape="0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99" name="矩形 98"/>
                <p:cNvSpPr/>
                <p:nvPr/>
              </p:nvSpPr>
              <p:spPr>
                <a:xfrm>
                  <a:off x="5787211" y="2906858"/>
                  <a:ext cx="973280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𝑠𝑘𝑖𝑙𝑙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𝑖𝑛𝑑𝑒𝑥</m:t>
                        </m:r>
                      </m:oMath>
                    </m:oMathPara>
                  </a14:m>
                  <a:endParaRPr lang="en-US" altLang="zh-CN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99" name="矩形 9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87211" y="2906858"/>
                  <a:ext cx="973280" cy="276999"/>
                </a:xfrm>
                <a:prstGeom prst="rect">
                  <a:avLst/>
                </a:prstGeom>
                <a:blipFill rotWithShape="0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0" name="矩形 99"/>
                <p:cNvSpPr/>
                <p:nvPr/>
              </p:nvSpPr>
              <p:spPr>
                <a:xfrm>
                  <a:off x="5309211" y="4107261"/>
                  <a:ext cx="897425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𝑏𝑜𝑢𝑛𝑑𝑎𝑟𝑦</m:t>
                        </m:r>
                      </m:oMath>
                    </m:oMathPara>
                  </a14:m>
                  <a:endParaRPr lang="en-US" altLang="zh-CN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00" name="矩形 9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9211" y="4107261"/>
                  <a:ext cx="897425" cy="276999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7" name="左大括号 106"/>
            <p:cNvSpPr/>
            <p:nvPr/>
          </p:nvSpPr>
          <p:spPr>
            <a:xfrm rot="5400000">
              <a:off x="6176444" y="1086458"/>
              <a:ext cx="431404" cy="3329467"/>
            </a:xfrm>
            <a:prstGeom prst="leftBrace">
              <a:avLst>
                <a:gd name="adj1" fmla="val 51764"/>
                <a:gd name="adj2" fmla="val 95559"/>
              </a:avLst>
            </a:pr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9" name="直接箭头连接符 108"/>
            <p:cNvCxnSpPr/>
            <p:nvPr/>
          </p:nvCxnSpPr>
          <p:spPr>
            <a:xfrm>
              <a:off x="8056880" y="2929992"/>
              <a:ext cx="0" cy="28446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1" name="矩形 110"/>
                <p:cNvSpPr/>
                <p:nvPr/>
              </p:nvSpPr>
              <p:spPr>
                <a:xfrm>
                  <a:off x="7414184" y="2906858"/>
                  <a:ext cx="696601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𝑜𝑛𝑒h𝑜𝑡</m:t>
                        </m:r>
                      </m:oMath>
                    </m:oMathPara>
                  </a14:m>
                  <a:endParaRPr lang="en-US" altLang="zh-CN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11" name="矩形 1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14184" y="2906858"/>
                  <a:ext cx="696601" cy="276999"/>
                </a:xfrm>
                <a:prstGeom prst="rect">
                  <a:avLst/>
                </a:prstGeom>
                <a:blipFill rotWithShape="0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12" name="组合 111"/>
            <p:cNvGrpSpPr/>
            <p:nvPr/>
          </p:nvGrpSpPr>
          <p:grpSpPr>
            <a:xfrm>
              <a:off x="8566183" y="4344250"/>
              <a:ext cx="1094443" cy="1744130"/>
              <a:chOff x="5971960" y="3570217"/>
              <a:chExt cx="2152967" cy="368771"/>
            </a:xfrm>
          </p:grpSpPr>
          <p:cxnSp>
            <p:nvCxnSpPr>
              <p:cNvPr id="113" name="直接连接符 112"/>
              <p:cNvCxnSpPr/>
              <p:nvPr/>
            </p:nvCxnSpPr>
            <p:spPr>
              <a:xfrm>
                <a:off x="5971960" y="3572984"/>
                <a:ext cx="2152967" cy="0"/>
              </a:xfrm>
              <a:prstGeom prst="line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箭头连接符 113"/>
              <p:cNvCxnSpPr/>
              <p:nvPr/>
            </p:nvCxnSpPr>
            <p:spPr>
              <a:xfrm>
                <a:off x="8094356" y="3570217"/>
                <a:ext cx="0" cy="368771"/>
              </a:xfrm>
              <a:prstGeom prst="straightConnector1">
                <a:avLst/>
              </a:prstGeom>
              <a:ln w="28575">
                <a:solidFill>
                  <a:schemeClr val="accent1">
                    <a:lumMod val="7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15" name="直接箭头连接符 114"/>
            <p:cNvCxnSpPr/>
            <p:nvPr/>
          </p:nvCxnSpPr>
          <p:spPr>
            <a:xfrm>
              <a:off x="8056880" y="5106153"/>
              <a:ext cx="0" cy="370186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矩形 127"/>
            <p:cNvSpPr/>
            <p:nvPr/>
          </p:nvSpPr>
          <p:spPr>
            <a:xfrm rot="5400000">
              <a:off x="7825728" y="3764912"/>
              <a:ext cx="374877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                                   sampling</a:t>
              </a:r>
            </a:p>
          </p:txBody>
        </p:sp>
        <p:sp>
          <p:nvSpPr>
            <p:cNvPr id="129" name="矩形 128"/>
            <p:cNvSpPr/>
            <p:nvPr/>
          </p:nvSpPr>
          <p:spPr>
            <a:xfrm rot="5400000">
              <a:off x="5185823" y="3764912"/>
              <a:ext cx="374877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repeating</a:t>
              </a:r>
            </a:p>
          </p:txBody>
        </p:sp>
        <p:sp>
          <p:nvSpPr>
            <p:cNvPr id="130" name="矩形 129"/>
            <p:cNvSpPr/>
            <p:nvPr/>
          </p:nvSpPr>
          <p:spPr>
            <a:xfrm rot="5400000">
              <a:off x="7825728" y="4497473"/>
              <a:ext cx="374877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transition</a:t>
              </a:r>
            </a:p>
          </p:txBody>
        </p:sp>
        <p:cxnSp>
          <p:nvCxnSpPr>
            <p:cNvPr id="131" name="直接箭头连接符 130"/>
            <p:cNvCxnSpPr>
              <a:stCxn id="135" idx="4"/>
              <a:endCxn id="132" idx="1"/>
            </p:cNvCxnSpPr>
            <p:nvPr/>
          </p:nvCxnSpPr>
          <p:spPr>
            <a:xfrm>
              <a:off x="5373261" y="6189981"/>
              <a:ext cx="0" cy="293142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矩形 131"/>
            <p:cNvSpPr/>
            <p:nvPr/>
          </p:nvSpPr>
          <p:spPr>
            <a:xfrm rot="5400000">
              <a:off x="5185823" y="5516759"/>
              <a:ext cx="374877" cy="2307605"/>
            </a:xfrm>
            <a:prstGeom prst="rect">
              <a:avLst/>
            </a:prstGeom>
            <a:solidFill>
              <a:schemeClr val="accent1">
                <a:lumMod val="20000"/>
                <a:lumOff val="8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decoder</a:t>
              </a:r>
            </a:p>
          </p:txBody>
        </p:sp>
        <p:sp>
          <p:nvSpPr>
            <p:cNvPr id="135" name="椭圆 134"/>
            <p:cNvSpPr/>
            <p:nvPr/>
          </p:nvSpPr>
          <p:spPr>
            <a:xfrm>
              <a:off x="5258961" y="5961381"/>
              <a:ext cx="228600" cy="228600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  <p:cxnSp>
          <p:nvCxnSpPr>
            <p:cNvPr id="142" name="直接箭头连接符 141"/>
            <p:cNvCxnSpPr>
              <a:endCxn id="135" idx="0"/>
            </p:cNvCxnSpPr>
            <p:nvPr/>
          </p:nvCxnSpPr>
          <p:spPr>
            <a:xfrm>
              <a:off x="5373261" y="5093126"/>
              <a:ext cx="0" cy="868255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接箭头连接符 143"/>
            <p:cNvCxnSpPr>
              <a:stCxn id="132" idx="0"/>
              <a:endCxn id="147" idx="2"/>
            </p:cNvCxnSpPr>
            <p:nvPr/>
          </p:nvCxnSpPr>
          <p:spPr>
            <a:xfrm>
              <a:off x="6527064" y="6670562"/>
              <a:ext cx="973556" cy="128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直接箭头连接符 144"/>
            <p:cNvCxnSpPr/>
            <p:nvPr/>
          </p:nvCxnSpPr>
          <p:spPr>
            <a:xfrm>
              <a:off x="8056880" y="5819795"/>
              <a:ext cx="0" cy="663328"/>
            </a:xfrm>
            <a:prstGeom prst="straightConnector1">
              <a:avLst/>
            </a:prstGeom>
            <a:ln w="28575">
              <a:solidFill>
                <a:schemeClr val="accent1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矩形 146"/>
            <p:cNvSpPr/>
            <p:nvPr/>
          </p:nvSpPr>
          <p:spPr>
            <a:xfrm rot="5400000">
              <a:off x="7878425" y="6122860"/>
              <a:ext cx="342370" cy="1097980"/>
            </a:xfrm>
            <a:prstGeom prst="rect">
              <a:avLst/>
            </a:prstGeom>
            <a:solidFill>
              <a:schemeClr val="accent2">
                <a:lumMod val="60000"/>
                <a:lumOff val="40000"/>
                <a:alpha val="42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 smtClean="0">
                  <a:solidFill>
                    <a:schemeClr val="accent1">
                      <a:lumMod val="75000"/>
                    </a:schemeClr>
                  </a:solidFill>
                </a:rPr>
                <a:t>Loss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1" name="矩形 150"/>
                <p:cNvSpPr/>
                <p:nvPr/>
              </p:nvSpPr>
              <p:spPr>
                <a:xfrm>
                  <a:off x="5309211" y="5423804"/>
                  <a:ext cx="849976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𝑟𝑒𝑝𝑒𝑎𝑡𝑒𝑑</m:t>
                        </m:r>
                      </m:oMath>
                    </m:oMathPara>
                  </a14:m>
                  <a:endParaRPr lang="en-US" altLang="zh-CN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1" name="矩形 1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09211" y="5423804"/>
                  <a:ext cx="849976" cy="276999"/>
                </a:xfrm>
                <a:prstGeom prst="rect">
                  <a:avLst/>
                </a:prstGeom>
                <a:blipFill rotWithShape="0">
                  <a:blip r:embed="rId9"/>
                  <a:stretch>
                    <a:fillRect b="-652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2" name="矩形 151"/>
                <p:cNvSpPr/>
                <p:nvPr/>
              </p:nvSpPr>
              <p:spPr>
                <a:xfrm>
                  <a:off x="8083795" y="5137899"/>
                  <a:ext cx="692754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𝑐𝑜𝑟𝑝𝑢𝑠</m:t>
                        </m:r>
                      </m:oMath>
                    </m:oMathPara>
                  </a14:m>
                  <a:endParaRPr lang="en-US" altLang="zh-CN" sz="12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52" name="矩形 1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3795" y="5137899"/>
                  <a:ext cx="692754" cy="276999"/>
                </a:xfrm>
                <a:prstGeom prst="rect">
                  <a:avLst/>
                </a:prstGeom>
                <a:blipFill rotWithShape="0"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3" name="矩形 152"/>
                <p:cNvSpPr/>
                <p:nvPr/>
              </p:nvSpPr>
              <p:spPr>
                <a:xfrm>
                  <a:off x="6448617" y="6391014"/>
                  <a:ext cx="1084399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𝑎𝑐𝑡𝑖𝑜𝑛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𝑟𝑒𝑐𝑜𝑛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3" name="矩形 1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48617" y="6391014"/>
                  <a:ext cx="1084399" cy="276999"/>
                </a:xfrm>
                <a:prstGeom prst="rect">
                  <a:avLst/>
                </a:prstGeom>
                <a:blipFill rotWithShape="0"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4" name="矩形 153"/>
                <p:cNvSpPr/>
                <p:nvPr/>
              </p:nvSpPr>
              <p:spPr>
                <a:xfrm>
                  <a:off x="8083795" y="6125197"/>
                  <a:ext cx="947119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𝑝𝑟𝑒𝑑𝑖𝑐𝑡𝑖𝑜𝑛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4" name="矩形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83795" y="6125197"/>
                  <a:ext cx="947119" cy="276999"/>
                </a:xfrm>
                <a:prstGeom prst="rect">
                  <a:avLst/>
                </a:prstGeom>
                <a:blipFill rotWithShape="0">
                  <a:blip r:embed="rId12"/>
                  <a:stretch>
                    <a:fillRect b="-4348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56" name="矩形 155"/>
                <p:cNvSpPr/>
                <p:nvPr/>
              </p:nvSpPr>
              <p:spPr>
                <a:xfrm>
                  <a:off x="8644657" y="4323856"/>
                  <a:ext cx="998415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𝑠𝑘𝑖𝑙𝑙</m:t>
                        </m:r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</m:oMath>
                    </m:oMathPara>
                  </a14:m>
                  <a:endParaRPr lang="en-US" altLang="zh-CN" sz="1200" b="0" i="1" dirty="0" smtClean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𝑒𝑚𝑏𝑒𝑑𝑑𝑖𝑛𝑔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56" name="矩形 1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44657" y="4323856"/>
                  <a:ext cx="998415" cy="461665"/>
                </a:xfrm>
                <a:prstGeom prst="rect">
                  <a:avLst/>
                </a:prstGeom>
                <a:blipFill rotWithShape="0">
                  <a:blip r:embed="rId13"/>
                  <a:stretch>
                    <a:fillRect b="-131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矩形 167"/>
              <p:cNvSpPr/>
              <p:nvPr/>
            </p:nvSpPr>
            <p:spPr>
              <a:xfrm>
                <a:off x="2670082" y="254546"/>
                <a:ext cx="99841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𝑠𝑡𝑎𝑡𝑒</m:t>
                      </m:r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altLang="zh-CN" sz="1200" b="0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𝑒𝑚𝑏𝑒𝑑𝑑𝑖𝑛𝑔</m:t>
                      </m:r>
                    </m:oMath>
                  </m:oMathPara>
                </a14:m>
                <a:endParaRPr lang="zh-CN" altLang="en-US" sz="1200" dirty="0"/>
              </a:p>
            </p:txBody>
          </p:sp>
        </mc:Choice>
        <mc:Fallback>
          <p:sp>
            <p:nvSpPr>
              <p:cNvPr id="168" name="矩形 16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70082" y="254546"/>
                <a:ext cx="998415" cy="461665"/>
              </a:xfrm>
              <a:prstGeom prst="rect">
                <a:avLst/>
              </a:prstGeom>
              <a:blipFill rotWithShape="0">
                <a:blip r:embed="rId14"/>
                <a:stretch>
                  <a:fillRect b="-2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71" name="组合 170"/>
          <p:cNvGrpSpPr/>
          <p:nvPr/>
        </p:nvGrpSpPr>
        <p:grpSpPr>
          <a:xfrm>
            <a:off x="4287764" y="-212921"/>
            <a:ext cx="1507493" cy="648473"/>
            <a:chOff x="7057387" y="367717"/>
            <a:chExt cx="2351233" cy="729585"/>
          </a:xfrm>
        </p:grpSpPr>
        <p:sp>
          <p:nvSpPr>
            <p:cNvPr id="166" name="矩形 165"/>
            <p:cNvSpPr/>
            <p:nvPr/>
          </p:nvSpPr>
          <p:spPr>
            <a:xfrm rot="5400000">
              <a:off x="7303309" y="596119"/>
              <a:ext cx="255261" cy="747106"/>
            </a:xfrm>
            <a:prstGeom prst="rect">
              <a:avLst/>
            </a:prstGeom>
            <a:solidFill>
              <a:schemeClr val="bg2">
                <a:lumMod val="9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altLang="zh-CN" sz="1400" dirty="0" smtClean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sp>
          <p:nvSpPr>
            <p:cNvPr id="167" name="矩形 166"/>
            <p:cNvSpPr/>
            <p:nvPr/>
          </p:nvSpPr>
          <p:spPr>
            <a:xfrm rot="5400000">
              <a:off x="7303310" y="132664"/>
              <a:ext cx="255261" cy="747106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en-US" altLang="zh-CN" sz="1400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9" name="矩形 168"/>
                <p:cNvSpPr/>
                <p:nvPr/>
              </p:nvSpPr>
              <p:spPr>
                <a:xfrm>
                  <a:off x="7906093" y="367717"/>
                  <a:ext cx="1249253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b="0" i="1" dirty="0" smtClean="0">
                            <a:latin typeface="Cambria Math" panose="02040503050406030204" pitchFamily="18" charset="0"/>
                          </a:rPr>
                          <m:t>𝑑𝑖𝑓𝑓𝑒𝑟𝑒𝑛𝑡𝑖𝑎𝑏𝑙𝑒</m:t>
                        </m:r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69" name="矩形 16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6093" y="367717"/>
                  <a:ext cx="1249253" cy="276999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r="-47328" b="-20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70" name="矩形 169"/>
                <p:cNvSpPr/>
                <p:nvPr/>
              </p:nvSpPr>
              <p:spPr>
                <a:xfrm>
                  <a:off x="7906093" y="816697"/>
                  <a:ext cx="1502527" cy="27699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:r>
                    <a:rPr lang="en-US" altLang="zh-CN" sz="1200" b="0" dirty="0" smtClean="0"/>
                    <a:t>non-</a:t>
                  </a:r>
                  <a14:m>
                    <m:oMath xmlns:m="http://schemas.openxmlformats.org/officeDocument/2006/math">
                      <m:r>
                        <a:rPr lang="en-US" altLang="zh-CN" sz="1200" b="0" i="1" dirty="0" smtClean="0">
                          <a:latin typeface="Cambria Math" panose="02040503050406030204" pitchFamily="18" charset="0"/>
                        </a:rPr>
                        <m:t>𝑑𝑖𝑓𝑓𝑒𝑟𝑒𝑛𝑡𝑖𝑎𝑏𝑙𝑒</m:t>
                      </m:r>
                    </m:oMath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170" name="矩形 1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06093" y="816697"/>
                  <a:ext cx="1502527" cy="276999"/>
                </a:xfrm>
                <a:prstGeom prst="rect">
                  <a:avLst/>
                </a:prstGeom>
                <a:blipFill rotWithShape="0">
                  <a:blip r:embed="rId16"/>
                  <a:stretch>
                    <a:fillRect l="-633" t="-2500" r="-51899" b="-325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98458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1732547" y="975360"/>
            <a:ext cx="7084193" cy="2306053"/>
          </a:xfrm>
          <a:prstGeom prst="roundRect">
            <a:avLst>
              <a:gd name="adj" fmla="val 6623"/>
            </a:avLst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圆角矩形 303"/>
          <p:cNvSpPr/>
          <p:nvPr/>
        </p:nvSpPr>
        <p:spPr>
          <a:xfrm>
            <a:off x="1732547" y="3493008"/>
            <a:ext cx="7084193" cy="2306053"/>
          </a:xfrm>
          <a:prstGeom prst="roundRect">
            <a:avLst>
              <a:gd name="adj" fmla="val 6623"/>
            </a:avLst>
          </a:prstGeom>
          <a:solidFill>
            <a:schemeClr val="accent1">
              <a:alpha val="17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/>
          <p:cNvGrpSpPr/>
          <p:nvPr/>
        </p:nvGrpSpPr>
        <p:grpSpPr>
          <a:xfrm>
            <a:off x="3033161" y="1613595"/>
            <a:ext cx="4418797" cy="525780"/>
            <a:chOff x="3033161" y="1449003"/>
            <a:chExt cx="4418797" cy="525780"/>
          </a:xfrm>
        </p:grpSpPr>
        <p:sp>
          <p:nvSpPr>
            <p:cNvPr id="3" name="矩形 2"/>
            <p:cNvSpPr/>
            <p:nvPr/>
          </p:nvSpPr>
          <p:spPr>
            <a:xfrm>
              <a:off x="3033161" y="1449003"/>
              <a:ext cx="92810" cy="525780"/>
            </a:xfrm>
            <a:prstGeom prst="rect">
              <a:avLst/>
            </a:prstGeom>
            <a:solidFill>
              <a:srgbClr val="FF3B3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3172376" y="1449003"/>
              <a:ext cx="92810" cy="525780"/>
            </a:xfrm>
            <a:prstGeom prst="rect">
              <a:avLst/>
            </a:prstGeom>
            <a:solidFill>
              <a:srgbClr val="FF46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矩形 77"/>
            <p:cNvSpPr/>
            <p:nvPr/>
          </p:nvSpPr>
          <p:spPr>
            <a:xfrm>
              <a:off x="3311592" y="1449003"/>
              <a:ext cx="92810" cy="525780"/>
            </a:xfrm>
            <a:prstGeom prst="rect">
              <a:avLst/>
            </a:prstGeom>
            <a:solidFill>
              <a:srgbClr val="FE50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矩形 78"/>
            <p:cNvSpPr/>
            <p:nvPr/>
          </p:nvSpPr>
          <p:spPr>
            <a:xfrm>
              <a:off x="3450807" y="1449003"/>
              <a:ext cx="92810" cy="525780"/>
            </a:xfrm>
            <a:prstGeom prst="rect">
              <a:avLst/>
            </a:prstGeom>
            <a:solidFill>
              <a:srgbClr val="FE57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矩形 79"/>
            <p:cNvSpPr/>
            <p:nvPr/>
          </p:nvSpPr>
          <p:spPr>
            <a:xfrm>
              <a:off x="3590022" y="1449003"/>
              <a:ext cx="92810" cy="525780"/>
            </a:xfrm>
            <a:prstGeom prst="rect">
              <a:avLst/>
            </a:prstGeom>
            <a:solidFill>
              <a:srgbClr val="FC64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3729238" y="1449003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 86"/>
            <p:cNvSpPr/>
            <p:nvPr/>
          </p:nvSpPr>
          <p:spPr>
            <a:xfrm>
              <a:off x="3868453" y="1449003"/>
              <a:ext cx="92810" cy="525780"/>
            </a:xfrm>
            <a:prstGeom prst="rect">
              <a:avLst/>
            </a:prstGeom>
            <a:solidFill>
              <a:srgbClr val="BD6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 88"/>
            <p:cNvSpPr/>
            <p:nvPr/>
          </p:nvSpPr>
          <p:spPr>
            <a:xfrm>
              <a:off x="4007668" y="1449003"/>
              <a:ext cx="92810" cy="525780"/>
            </a:xfrm>
            <a:prstGeom prst="rect">
              <a:avLst/>
            </a:prstGeom>
            <a:solidFill>
              <a:srgbClr val="926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7" name="矩形 126"/>
            <p:cNvSpPr/>
            <p:nvPr/>
          </p:nvSpPr>
          <p:spPr>
            <a:xfrm>
              <a:off x="4146883" y="1449003"/>
              <a:ext cx="92810" cy="525780"/>
            </a:xfrm>
            <a:prstGeom prst="rect">
              <a:avLst/>
            </a:prstGeom>
            <a:solidFill>
              <a:srgbClr val="5E74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3" name="矩形 132"/>
            <p:cNvSpPr/>
            <p:nvPr/>
          </p:nvSpPr>
          <p:spPr>
            <a:xfrm>
              <a:off x="4286099" y="1449003"/>
              <a:ext cx="92810" cy="525780"/>
            </a:xfrm>
            <a:prstGeom prst="rect">
              <a:avLst/>
            </a:prstGeom>
            <a:solidFill>
              <a:srgbClr val="407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矩形 133"/>
            <p:cNvSpPr/>
            <p:nvPr/>
          </p:nvSpPr>
          <p:spPr>
            <a:xfrm>
              <a:off x="4425314" y="1449003"/>
              <a:ext cx="92810" cy="525780"/>
            </a:xfrm>
            <a:prstGeom prst="rect">
              <a:avLst/>
            </a:prstGeom>
            <a:solidFill>
              <a:srgbClr val="2D8EF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矩形 136"/>
            <p:cNvSpPr/>
            <p:nvPr/>
          </p:nvSpPr>
          <p:spPr>
            <a:xfrm>
              <a:off x="4564529" y="1449003"/>
              <a:ext cx="92810" cy="525780"/>
            </a:xfrm>
            <a:prstGeom prst="rect">
              <a:avLst/>
            </a:prstGeom>
            <a:solidFill>
              <a:srgbClr val="269BF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8" name="矩形 137"/>
            <p:cNvSpPr/>
            <p:nvPr/>
          </p:nvSpPr>
          <p:spPr>
            <a:xfrm>
              <a:off x="4703745" y="1449003"/>
              <a:ext cx="92810" cy="525780"/>
            </a:xfrm>
            <a:prstGeom prst="rect">
              <a:avLst/>
            </a:prstGeom>
            <a:solidFill>
              <a:srgbClr val="22B1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9" name="矩形 138"/>
            <p:cNvSpPr/>
            <p:nvPr/>
          </p:nvSpPr>
          <p:spPr>
            <a:xfrm>
              <a:off x="4842960" y="1449003"/>
              <a:ext cx="92810" cy="525780"/>
            </a:xfrm>
            <a:prstGeom prst="rect">
              <a:avLst/>
            </a:prstGeom>
            <a:solidFill>
              <a:srgbClr val="1CC1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0" name="矩形 139"/>
            <p:cNvSpPr/>
            <p:nvPr/>
          </p:nvSpPr>
          <p:spPr>
            <a:xfrm>
              <a:off x="4982175" y="1449003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1" name="矩形 140"/>
            <p:cNvSpPr/>
            <p:nvPr/>
          </p:nvSpPr>
          <p:spPr>
            <a:xfrm>
              <a:off x="5121391" y="1449003"/>
              <a:ext cx="92810" cy="525780"/>
            </a:xfrm>
            <a:prstGeom prst="rect">
              <a:avLst/>
            </a:prstGeom>
            <a:solidFill>
              <a:srgbClr val="0AE5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3" name="矩形 142"/>
            <p:cNvSpPr/>
            <p:nvPr/>
          </p:nvSpPr>
          <p:spPr>
            <a:xfrm>
              <a:off x="5270918" y="1449003"/>
              <a:ext cx="92810" cy="525780"/>
            </a:xfrm>
            <a:prstGeom prst="rect">
              <a:avLst/>
            </a:prstGeom>
            <a:solidFill>
              <a:srgbClr val="39DE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45"/>
            <p:cNvSpPr/>
            <p:nvPr/>
          </p:nvSpPr>
          <p:spPr>
            <a:xfrm>
              <a:off x="5410133" y="1449003"/>
              <a:ext cx="92810" cy="525780"/>
            </a:xfrm>
            <a:prstGeom prst="rect">
              <a:avLst/>
            </a:prstGeom>
            <a:solidFill>
              <a:srgbClr val="58D8A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8" name="矩形 147"/>
            <p:cNvSpPr/>
            <p:nvPr/>
          </p:nvSpPr>
          <p:spPr>
            <a:xfrm>
              <a:off x="5549349" y="1449003"/>
              <a:ext cx="92810" cy="525780"/>
            </a:xfrm>
            <a:prstGeom prst="rect">
              <a:avLst/>
            </a:prstGeom>
            <a:solidFill>
              <a:srgbClr val="66D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9" name="矩形 148"/>
            <p:cNvSpPr/>
            <p:nvPr/>
          </p:nvSpPr>
          <p:spPr>
            <a:xfrm>
              <a:off x="5688564" y="1449003"/>
              <a:ext cx="92810" cy="525780"/>
            </a:xfrm>
            <a:prstGeom prst="rect">
              <a:avLst/>
            </a:prstGeom>
            <a:solidFill>
              <a:srgbClr val="7ED06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0" name="矩形 149"/>
            <p:cNvSpPr/>
            <p:nvPr/>
          </p:nvSpPr>
          <p:spPr>
            <a:xfrm>
              <a:off x="5827779" y="1449003"/>
              <a:ext cx="92810" cy="525780"/>
            </a:xfrm>
            <a:prstGeom prst="rect">
              <a:avLst/>
            </a:prstGeom>
            <a:solidFill>
              <a:srgbClr val="88CC4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5" name="矩形 154"/>
            <p:cNvSpPr/>
            <p:nvPr/>
          </p:nvSpPr>
          <p:spPr>
            <a:xfrm>
              <a:off x="5966995" y="1449003"/>
              <a:ext cx="92810" cy="525780"/>
            </a:xfrm>
            <a:prstGeom prst="rect">
              <a:avLst/>
            </a:prstGeom>
            <a:solidFill>
              <a:srgbClr val="9BCA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7" name="矩形 156"/>
            <p:cNvSpPr/>
            <p:nvPr/>
          </p:nvSpPr>
          <p:spPr>
            <a:xfrm>
              <a:off x="6106210" y="1449003"/>
              <a:ext cx="92810" cy="525780"/>
            </a:xfrm>
            <a:prstGeom prst="rect">
              <a:avLst/>
            </a:prstGeom>
            <a:solidFill>
              <a:srgbClr val="BCC33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9" name="矩形 158"/>
            <p:cNvSpPr/>
            <p:nvPr/>
          </p:nvSpPr>
          <p:spPr>
            <a:xfrm>
              <a:off x="6245425" y="1449003"/>
              <a:ext cx="92810" cy="525780"/>
            </a:xfrm>
            <a:prstGeom prst="rect">
              <a:avLst/>
            </a:prstGeom>
            <a:solidFill>
              <a:srgbClr val="C6C3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4" name="矩形 163"/>
            <p:cNvSpPr/>
            <p:nvPr/>
          </p:nvSpPr>
          <p:spPr>
            <a:xfrm>
              <a:off x="6384641" y="1449003"/>
              <a:ext cx="92810" cy="525780"/>
            </a:xfrm>
            <a:prstGeom prst="rect">
              <a:avLst/>
            </a:prstGeom>
            <a:solidFill>
              <a:srgbClr val="DFC04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5" name="矩形 164"/>
            <p:cNvSpPr/>
            <p:nvPr/>
          </p:nvSpPr>
          <p:spPr>
            <a:xfrm>
              <a:off x="6523856" y="1449003"/>
              <a:ext cx="92810" cy="525780"/>
            </a:xfrm>
            <a:prstGeom prst="rect">
              <a:avLst/>
            </a:prstGeom>
            <a:solidFill>
              <a:srgbClr val="F0BD4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6" name="矩形 165"/>
            <p:cNvSpPr/>
            <p:nvPr/>
          </p:nvSpPr>
          <p:spPr>
            <a:xfrm>
              <a:off x="6663071" y="1449003"/>
              <a:ext cx="92810" cy="525780"/>
            </a:xfrm>
            <a:prstGeom prst="rect">
              <a:avLst/>
            </a:prstGeom>
            <a:solidFill>
              <a:srgbClr val="FFB9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7" name="矩形 166"/>
            <p:cNvSpPr/>
            <p:nvPr/>
          </p:nvSpPr>
          <p:spPr>
            <a:xfrm>
              <a:off x="6802287" y="1449003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8" name="矩形 167"/>
            <p:cNvSpPr/>
            <p:nvPr/>
          </p:nvSpPr>
          <p:spPr>
            <a:xfrm>
              <a:off x="6941502" y="1449003"/>
              <a:ext cx="92810" cy="525780"/>
            </a:xfrm>
            <a:prstGeom prst="rect">
              <a:avLst/>
            </a:prstGeom>
            <a:solidFill>
              <a:srgbClr val="FF883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9" name="矩形 168"/>
            <p:cNvSpPr/>
            <p:nvPr/>
          </p:nvSpPr>
          <p:spPr>
            <a:xfrm>
              <a:off x="7080717" y="1449003"/>
              <a:ext cx="92810" cy="525780"/>
            </a:xfrm>
            <a:prstGeom prst="rect">
              <a:avLst/>
            </a:prstGeom>
            <a:solidFill>
              <a:srgbClr val="FF6A3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0" name="矩形 169"/>
            <p:cNvSpPr/>
            <p:nvPr/>
          </p:nvSpPr>
          <p:spPr>
            <a:xfrm>
              <a:off x="7219932" y="1449003"/>
              <a:ext cx="92810" cy="525780"/>
            </a:xfrm>
            <a:prstGeom prst="rect">
              <a:avLst/>
            </a:prstGeom>
            <a:solidFill>
              <a:srgbClr val="FF4C3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1" name="矩形 170"/>
            <p:cNvSpPr/>
            <p:nvPr/>
          </p:nvSpPr>
          <p:spPr>
            <a:xfrm>
              <a:off x="7359148" y="1449003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3033161" y="2621841"/>
            <a:ext cx="4418797" cy="525780"/>
            <a:chOff x="3033161" y="2457249"/>
            <a:chExt cx="4418797" cy="525780"/>
          </a:xfrm>
        </p:grpSpPr>
        <p:sp>
          <p:nvSpPr>
            <p:cNvPr id="173" name="矩形 172"/>
            <p:cNvSpPr/>
            <p:nvPr/>
          </p:nvSpPr>
          <p:spPr>
            <a:xfrm>
              <a:off x="3033161" y="245724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4" name="矩形 173"/>
            <p:cNvSpPr/>
            <p:nvPr/>
          </p:nvSpPr>
          <p:spPr>
            <a:xfrm>
              <a:off x="3172376" y="245724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5" name="矩形 174"/>
            <p:cNvSpPr/>
            <p:nvPr/>
          </p:nvSpPr>
          <p:spPr>
            <a:xfrm>
              <a:off x="3311592" y="245724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6" name="矩形 175"/>
            <p:cNvSpPr/>
            <p:nvPr/>
          </p:nvSpPr>
          <p:spPr>
            <a:xfrm>
              <a:off x="3450807" y="245724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7" name="矩形 176"/>
            <p:cNvSpPr/>
            <p:nvPr/>
          </p:nvSpPr>
          <p:spPr>
            <a:xfrm>
              <a:off x="3590022" y="245724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 177"/>
            <p:cNvSpPr/>
            <p:nvPr/>
          </p:nvSpPr>
          <p:spPr>
            <a:xfrm>
              <a:off x="3729238" y="245724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9" name="矩形 178"/>
            <p:cNvSpPr/>
            <p:nvPr/>
          </p:nvSpPr>
          <p:spPr>
            <a:xfrm>
              <a:off x="3868453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0" name="矩形 179"/>
            <p:cNvSpPr/>
            <p:nvPr/>
          </p:nvSpPr>
          <p:spPr>
            <a:xfrm>
              <a:off x="4007668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1" name="矩形 180"/>
            <p:cNvSpPr/>
            <p:nvPr/>
          </p:nvSpPr>
          <p:spPr>
            <a:xfrm>
              <a:off x="4146883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2" name="矩形 181"/>
            <p:cNvSpPr/>
            <p:nvPr/>
          </p:nvSpPr>
          <p:spPr>
            <a:xfrm>
              <a:off x="4286099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3" name="矩形 182"/>
            <p:cNvSpPr/>
            <p:nvPr/>
          </p:nvSpPr>
          <p:spPr>
            <a:xfrm>
              <a:off x="4425314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4" name="矩形 183"/>
            <p:cNvSpPr/>
            <p:nvPr/>
          </p:nvSpPr>
          <p:spPr>
            <a:xfrm>
              <a:off x="4564529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5" name="矩形 184"/>
            <p:cNvSpPr/>
            <p:nvPr/>
          </p:nvSpPr>
          <p:spPr>
            <a:xfrm>
              <a:off x="4703745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6" name="矩形 185"/>
            <p:cNvSpPr/>
            <p:nvPr/>
          </p:nvSpPr>
          <p:spPr>
            <a:xfrm>
              <a:off x="4842960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7" name="矩形 186"/>
            <p:cNvSpPr/>
            <p:nvPr/>
          </p:nvSpPr>
          <p:spPr>
            <a:xfrm>
              <a:off x="4982175" y="245724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矩形 187"/>
            <p:cNvSpPr/>
            <p:nvPr/>
          </p:nvSpPr>
          <p:spPr>
            <a:xfrm>
              <a:off x="5121391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9" name="矩形 188"/>
            <p:cNvSpPr/>
            <p:nvPr/>
          </p:nvSpPr>
          <p:spPr>
            <a:xfrm>
              <a:off x="5270918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0" name="矩形 189"/>
            <p:cNvSpPr/>
            <p:nvPr/>
          </p:nvSpPr>
          <p:spPr>
            <a:xfrm>
              <a:off x="5410133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1" name="矩形 190"/>
            <p:cNvSpPr/>
            <p:nvPr/>
          </p:nvSpPr>
          <p:spPr>
            <a:xfrm>
              <a:off x="5549349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2" name="矩形 191"/>
            <p:cNvSpPr/>
            <p:nvPr/>
          </p:nvSpPr>
          <p:spPr>
            <a:xfrm>
              <a:off x="5688564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3" name="矩形 192"/>
            <p:cNvSpPr/>
            <p:nvPr/>
          </p:nvSpPr>
          <p:spPr>
            <a:xfrm>
              <a:off x="5827779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4" name="矩形 193"/>
            <p:cNvSpPr/>
            <p:nvPr/>
          </p:nvSpPr>
          <p:spPr>
            <a:xfrm>
              <a:off x="5966995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5" name="矩形 194"/>
            <p:cNvSpPr/>
            <p:nvPr/>
          </p:nvSpPr>
          <p:spPr>
            <a:xfrm>
              <a:off x="6106210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6" name="矩形 195"/>
            <p:cNvSpPr/>
            <p:nvPr/>
          </p:nvSpPr>
          <p:spPr>
            <a:xfrm>
              <a:off x="6245425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7" name="矩形 196"/>
            <p:cNvSpPr/>
            <p:nvPr/>
          </p:nvSpPr>
          <p:spPr>
            <a:xfrm>
              <a:off x="6384641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8" name="矩形 197"/>
            <p:cNvSpPr/>
            <p:nvPr/>
          </p:nvSpPr>
          <p:spPr>
            <a:xfrm>
              <a:off x="6523856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9" name="矩形 198"/>
            <p:cNvSpPr/>
            <p:nvPr/>
          </p:nvSpPr>
          <p:spPr>
            <a:xfrm>
              <a:off x="6663071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0" name="矩形 199"/>
            <p:cNvSpPr/>
            <p:nvPr/>
          </p:nvSpPr>
          <p:spPr>
            <a:xfrm>
              <a:off x="6802287" y="245724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1" name="矩形 200"/>
            <p:cNvSpPr/>
            <p:nvPr/>
          </p:nvSpPr>
          <p:spPr>
            <a:xfrm>
              <a:off x="6941502" y="2457249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2" name="矩形 201"/>
            <p:cNvSpPr/>
            <p:nvPr/>
          </p:nvSpPr>
          <p:spPr>
            <a:xfrm>
              <a:off x="7080717" y="2457249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3" name="矩形 202"/>
            <p:cNvSpPr/>
            <p:nvPr/>
          </p:nvSpPr>
          <p:spPr>
            <a:xfrm>
              <a:off x="7219932" y="2457249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4" name="矩形 203"/>
            <p:cNvSpPr/>
            <p:nvPr/>
          </p:nvSpPr>
          <p:spPr>
            <a:xfrm>
              <a:off x="7359148" y="2457249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1026" name="Picture 2" descr="canvas - Gradual Colour Blend between multiple colours - Android - Stack  Overflow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568" y="-2425445"/>
            <a:ext cx="4425510" cy="2596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5" name="组合 204"/>
          <p:cNvGrpSpPr/>
          <p:nvPr/>
        </p:nvGrpSpPr>
        <p:grpSpPr>
          <a:xfrm>
            <a:off x="3033161" y="1413936"/>
            <a:ext cx="4418797" cy="100665"/>
            <a:chOff x="1356360" y="236220"/>
            <a:chExt cx="6530340" cy="990600"/>
          </a:xfrm>
        </p:grpSpPr>
        <p:sp>
          <p:nvSpPr>
            <p:cNvPr id="206" name="矩形 205"/>
            <p:cNvSpPr/>
            <p:nvPr/>
          </p:nvSpPr>
          <p:spPr>
            <a:xfrm>
              <a:off x="13563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7" name="矩形 206"/>
            <p:cNvSpPr/>
            <p:nvPr/>
          </p:nvSpPr>
          <p:spPr>
            <a:xfrm>
              <a:off x="15621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8" name="矩形 207"/>
            <p:cNvSpPr/>
            <p:nvPr/>
          </p:nvSpPr>
          <p:spPr>
            <a:xfrm>
              <a:off x="17678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9" name="矩形 208"/>
            <p:cNvSpPr/>
            <p:nvPr/>
          </p:nvSpPr>
          <p:spPr>
            <a:xfrm>
              <a:off x="19735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0" name="矩形 209"/>
            <p:cNvSpPr/>
            <p:nvPr/>
          </p:nvSpPr>
          <p:spPr>
            <a:xfrm>
              <a:off x="21793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1" name="矩形 210"/>
            <p:cNvSpPr/>
            <p:nvPr/>
          </p:nvSpPr>
          <p:spPr>
            <a:xfrm>
              <a:off x="238506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2" name="矩形 211"/>
            <p:cNvSpPr/>
            <p:nvPr/>
          </p:nvSpPr>
          <p:spPr>
            <a:xfrm>
              <a:off x="25908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3" name="矩形 212"/>
            <p:cNvSpPr/>
            <p:nvPr/>
          </p:nvSpPr>
          <p:spPr>
            <a:xfrm>
              <a:off x="27965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4" name="矩形 213"/>
            <p:cNvSpPr/>
            <p:nvPr/>
          </p:nvSpPr>
          <p:spPr>
            <a:xfrm>
              <a:off x="30022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矩形 214"/>
            <p:cNvSpPr/>
            <p:nvPr/>
          </p:nvSpPr>
          <p:spPr>
            <a:xfrm>
              <a:off x="32080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6" name="矩形 215"/>
            <p:cNvSpPr/>
            <p:nvPr/>
          </p:nvSpPr>
          <p:spPr>
            <a:xfrm>
              <a:off x="34137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7" name="矩形 216"/>
            <p:cNvSpPr/>
            <p:nvPr/>
          </p:nvSpPr>
          <p:spPr>
            <a:xfrm>
              <a:off x="36195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8" name="矩形 217"/>
            <p:cNvSpPr/>
            <p:nvPr/>
          </p:nvSpPr>
          <p:spPr>
            <a:xfrm>
              <a:off x="38252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9" name="矩形 218"/>
            <p:cNvSpPr/>
            <p:nvPr/>
          </p:nvSpPr>
          <p:spPr>
            <a:xfrm>
              <a:off x="40309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0" name="矩形 219"/>
            <p:cNvSpPr/>
            <p:nvPr/>
          </p:nvSpPr>
          <p:spPr>
            <a:xfrm>
              <a:off x="423672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1" name="矩形 220"/>
            <p:cNvSpPr/>
            <p:nvPr/>
          </p:nvSpPr>
          <p:spPr>
            <a:xfrm>
              <a:off x="44424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2" name="矩形 221"/>
            <p:cNvSpPr/>
            <p:nvPr/>
          </p:nvSpPr>
          <p:spPr>
            <a:xfrm>
              <a:off x="46634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3" name="矩形 222"/>
            <p:cNvSpPr/>
            <p:nvPr/>
          </p:nvSpPr>
          <p:spPr>
            <a:xfrm>
              <a:off x="48691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4" name="矩形 223"/>
            <p:cNvSpPr/>
            <p:nvPr/>
          </p:nvSpPr>
          <p:spPr>
            <a:xfrm>
              <a:off x="50749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5" name="矩形 224"/>
            <p:cNvSpPr/>
            <p:nvPr/>
          </p:nvSpPr>
          <p:spPr>
            <a:xfrm>
              <a:off x="52806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6" name="矩形 225"/>
            <p:cNvSpPr/>
            <p:nvPr/>
          </p:nvSpPr>
          <p:spPr>
            <a:xfrm>
              <a:off x="54864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7" name="矩形 226"/>
            <p:cNvSpPr/>
            <p:nvPr/>
          </p:nvSpPr>
          <p:spPr>
            <a:xfrm>
              <a:off x="56921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8" name="矩形 227"/>
            <p:cNvSpPr/>
            <p:nvPr/>
          </p:nvSpPr>
          <p:spPr>
            <a:xfrm>
              <a:off x="58978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9" name="矩形 228"/>
            <p:cNvSpPr/>
            <p:nvPr/>
          </p:nvSpPr>
          <p:spPr>
            <a:xfrm>
              <a:off x="61036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0" name="矩形 229"/>
            <p:cNvSpPr/>
            <p:nvPr/>
          </p:nvSpPr>
          <p:spPr>
            <a:xfrm>
              <a:off x="63093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1" name="矩形 230"/>
            <p:cNvSpPr/>
            <p:nvPr/>
          </p:nvSpPr>
          <p:spPr>
            <a:xfrm>
              <a:off x="65151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2" name="矩形 231"/>
            <p:cNvSpPr/>
            <p:nvPr/>
          </p:nvSpPr>
          <p:spPr>
            <a:xfrm>
              <a:off x="67208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3" name="矩形 232"/>
            <p:cNvSpPr/>
            <p:nvPr/>
          </p:nvSpPr>
          <p:spPr>
            <a:xfrm>
              <a:off x="692658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4" name="矩形 233"/>
            <p:cNvSpPr/>
            <p:nvPr/>
          </p:nvSpPr>
          <p:spPr>
            <a:xfrm>
              <a:off x="71323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5" name="矩形 234"/>
            <p:cNvSpPr/>
            <p:nvPr/>
          </p:nvSpPr>
          <p:spPr>
            <a:xfrm>
              <a:off x="73380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6" name="矩形 235"/>
            <p:cNvSpPr/>
            <p:nvPr/>
          </p:nvSpPr>
          <p:spPr>
            <a:xfrm>
              <a:off x="75438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7" name="矩形 236"/>
            <p:cNvSpPr/>
            <p:nvPr/>
          </p:nvSpPr>
          <p:spPr>
            <a:xfrm>
              <a:off x="774954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38" name="组合 237"/>
          <p:cNvGrpSpPr/>
          <p:nvPr/>
        </p:nvGrpSpPr>
        <p:grpSpPr>
          <a:xfrm>
            <a:off x="3033161" y="4131243"/>
            <a:ext cx="4418797" cy="525780"/>
            <a:chOff x="3033161" y="1449003"/>
            <a:chExt cx="4418797" cy="525780"/>
          </a:xfrm>
        </p:grpSpPr>
        <p:sp>
          <p:nvSpPr>
            <p:cNvPr id="239" name="矩形 238"/>
            <p:cNvSpPr/>
            <p:nvPr/>
          </p:nvSpPr>
          <p:spPr>
            <a:xfrm>
              <a:off x="3033161" y="1449003"/>
              <a:ext cx="92810" cy="525780"/>
            </a:xfrm>
            <a:prstGeom prst="rect">
              <a:avLst/>
            </a:prstGeom>
            <a:solidFill>
              <a:srgbClr val="FF3B3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0" name="矩形 239"/>
            <p:cNvSpPr/>
            <p:nvPr/>
          </p:nvSpPr>
          <p:spPr>
            <a:xfrm>
              <a:off x="3172376" y="1449003"/>
              <a:ext cx="92810" cy="525780"/>
            </a:xfrm>
            <a:prstGeom prst="rect">
              <a:avLst/>
            </a:prstGeom>
            <a:solidFill>
              <a:srgbClr val="FF467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1" name="矩形 240"/>
            <p:cNvSpPr/>
            <p:nvPr/>
          </p:nvSpPr>
          <p:spPr>
            <a:xfrm>
              <a:off x="3311592" y="1449003"/>
              <a:ext cx="92810" cy="525780"/>
            </a:xfrm>
            <a:prstGeom prst="rect">
              <a:avLst/>
            </a:prstGeom>
            <a:solidFill>
              <a:srgbClr val="FE50A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2" name="矩形 241"/>
            <p:cNvSpPr/>
            <p:nvPr/>
          </p:nvSpPr>
          <p:spPr>
            <a:xfrm>
              <a:off x="3450807" y="1449003"/>
              <a:ext cx="92810" cy="525780"/>
            </a:xfrm>
            <a:prstGeom prst="rect">
              <a:avLst/>
            </a:prstGeom>
            <a:solidFill>
              <a:srgbClr val="FE57C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3" name="矩形 242"/>
            <p:cNvSpPr/>
            <p:nvPr/>
          </p:nvSpPr>
          <p:spPr>
            <a:xfrm>
              <a:off x="3590022" y="1449003"/>
              <a:ext cx="92810" cy="525780"/>
            </a:xfrm>
            <a:prstGeom prst="rect">
              <a:avLst/>
            </a:prstGeom>
            <a:solidFill>
              <a:srgbClr val="FC64F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4" name="矩形 243"/>
            <p:cNvSpPr/>
            <p:nvPr/>
          </p:nvSpPr>
          <p:spPr>
            <a:xfrm>
              <a:off x="3729238" y="1449003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5" name="矩形 244"/>
            <p:cNvSpPr/>
            <p:nvPr/>
          </p:nvSpPr>
          <p:spPr>
            <a:xfrm>
              <a:off x="3868453" y="1449003"/>
              <a:ext cx="92810" cy="525780"/>
            </a:xfrm>
            <a:prstGeom prst="rect">
              <a:avLst/>
            </a:prstGeom>
            <a:solidFill>
              <a:srgbClr val="BD6C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6" name="矩形 245"/>
            <p:cNvSpPr/>
            <p:nvPr/>
          </p:nvSpPr>
          <p:spPr>
            <a:xfrm>
              <a:off x="4007668" y="1449003"/>
              <a:ext cx="92810" cy="525780"/>
            </a:xfrm>
            <a:prstGeom prst="rect">
              <a:avLst/>
            </a:prstGeom>
            <a:solidFill>
              <a:srgbClr val="926F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7" name="矩形 246"/>
            <p:cNvSpPr/>
            <p:nvPr/>
          </p:nvSpPr>
          <p:spPr>
            <a:xfrm>
              <a:off x="4146883" y="1449003"/>
              <a:ext cx="92810" cy="525780"/>
            </a:xfrm>
            <a:prstGeom prst="rect">
              <a:avLst/>
            </a:prstGeom>
            <a:solidFill>
              <a:srgbClr val="5E74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8" name="矩形 247"/>
            <p:cNvSpPr/>
            <p:nvPr/>
          </p:nvSpPr>
          <p:spPr>
            <a:xfrm>
              <a:off x="4286099" y="1449003"/>
              <a:ext cx="92810" cy="525780"/>
            </a:xfrm>
            <a:prstGeom prst="rect">
              <a:avLst/>
            </a:prstGeom>
            <a:solidFill>
              <a:srgbClr val="4076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9" name="矩形 248"/>
            <p:cNvSpPr/>
            <p:nvPr/>
          </p:nvSpPr>
          <p:spPr>
            <a:xfrm>
              <a:off x="4425314" y="1449003"/>
              <a:ext cx="92810" cy="525780"/>
            </a:xfrm>
            <a:prstGeom prst="rect">
              <a:avLst/>
            </a:prstGeom>
            <a:solidFill>
              <a:srgbClr val="2D8EF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0" name="矩形 249"/>
            <p:cNvSpPr/>
            <p:nvPr/>
          </p:nvSpPr>
          <p:spPr>
            <a:xfrm>
              <a:off x="4564529" y="1449003"/>
              <a:ext cx="92810" cy="525780"/>
            </a:xfrm>
            <a:prstGeom prst="rect">
              <a:avLst/>
            </a:prstGeom>
            <a:solidFill>
              <a:srgbClr val="269BF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1" name="矩形 250"/>
            <p:cNvSpPr/>
            <p:nvPr/>
          </p:nvSpPr>
          <p:spPr>
            <a:xfrm>
              <a:off x="4703745" y="1449003"/>
              <a:ext cx="92810" cy="525780"/>
            </a:xfrm>
            <a:prstGeom prst="rect">
              <a:avLst/>
            </a:prstGeom>
            <a:solidFill>
              <a:srgbClr val="22B1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2" name="矩形 251"/>
            <p:cNvSpPr/>
            <p:nvPr/>
          </p:nvSpPr>
          <p:spPr>
            <a:xfrm>
              <a:off x="4842960" y="1449003"/>
              <a:ext cx="92810" cy="525780"/>
            </a:xfrm>
            <a:prstGeom prst="rect">
              <a:avLst/>
            </a:prstGeom>
            <a:solidFill>
              <a:srgbClr val="1CC1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3" name="矩形 252"/>
            <p:cNvSpPr/>
            <p:nvPr/>
          </p:nvSpPr>
          <p:spPr>
            <a:xfrm>
              <a:off x="4982175" y="1449003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4" name="矩形 253"/>
            <p:cNvSpPr/>
            <p:nvPr/>
          </p:nvSpPr>
          <p:spPr>
            <a:xfrm>
              <a:off x="5121391" y="1449003"/>
              <a:ext cx="92810" cy="525780"/>
            </a:xfrm>
            <a:prstGeom prst="rect">
              <a:avLst/>
            </a:prstGeom>
            <a:solidFill>
              <a:srgbClr val="0AE5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5" name="矩形 254"/>
            <p:cNvSpPr/>
            <p:nvPr/>
          </p:nvSpPr>
          <p:spPr>
            <a:xfrm>
              <a:off x="5270918" y="1449003"/>
              <a:ext cx="92810" cy="525780"/>
            </a:xfrm>
            <a:prstGeom prst="rect">
              <a:avLst/>
            </a:prstGeom>
            <a:solidFill>
              <a:srgbClr val="39DED7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6" name="矩形 255"/>
            <p:cNvSpPr/>
            <p:nvPr/>
          </p:nvSpPr>
          <p:spPr>
            <a:xfrm>
              <a:off x="5410133" y="1449003"/>
              <a:ext cx="92810" cy="525780"/>
            </a:xfrm>
            <a:prstGeom prst="rect">
              <a:avLst/>
            </a:prstGeom>
            <a:solidFill>
              <a:srgbClr val="58D8A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7" name="矩形 256"/>
            <p:cNvSpPr/>
            <p:nvPr/>
          </p:nvSpPr>
          <p:spPr>
            <a:xfrm>
              <a:off x="5549349" y="1449003"/>
              <a:ext cx="92810" cy="525780"/>
            </a:xfrm>
            <a:prstGeom prst="rect">
              <a:avLst/>
            </a:prstGeom>
            <a:solidFill>
              <a:srgbClr val="66D39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8" name="矩形 257"/>
            <p:cNvSpPr/>
            <p:nvPr/>
          </p:nvSpPr>
          <p:spPr>
            <a:xfrm>
              <a:off x="5688564" y="1449003"/>
              <a:ext cx="92810" cy="525780"/>
            </a:xfrm>
            <a:prstGeom prst="rect">
              <a:avLst/>
            </a:prstGeom>
            <a:solidFill>
              <a:srgbClr val="7ED06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9" name="矩形 258"/>
            <p:cNvSpPr/>
            <p:nvPr/>
          </p:nvSpPr>
          <p:spPr>
            <a:xfrm>
              <a:off x="5827779" y="1449003"/>
              <a:ext cx="92810" cy="525780"/>
            </a:xfrm>
            <a:prstGeom prst="rect">
              <a:avLst/>
            </a:prstGeom>
            <a:solidFill>
              <a:srgbClr val="88CC4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0" name="矩形 259"/>
            <p:cNvSpPr/>
            <p:nvPr/>
          </p:nvSpPr>
          <p:spPr>
            <a:xfrm>
              <a:off x="5966995" y="1449003"/>
              <a:ext cx="92810" cy="525780"/>
            </a:xfrm>
            <a:prstGeom prst="rect">
              <a:avLst/>
            </a:prstGeom>
            <a:solidFill>
              <a:srgbClr val="9BCA3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1" name="矩形 260"/>
            <p:cNvSpPr/>
            <p:nvPr/>
          </p:nvSpPr>
          <p:spPr>
            <a:xfrm>
              <a:off x="6106210" y="1449003"/>
              <a:ext cx="92810" cy="525780"/>
            </a:xfrm>
            <a:prstGeom prst="rect">
              <a:avLst/>
            </a:prstGeom>
            <a:solidFill>
              <a:srgbClr val="BCC33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2" name="矩形 261"/>
            <p:cNvSpPr/>
            <p:nvPr/>
          </p:nvSpPr>
          <p:spPr>
            <a:xfrm>
              <a:off x="6245425" y="1449003"/>
              <a:ext cx="92810" cy="525780"/>
            </a:xfrm>
            <a:prstGeom prst="rect">
              <a:avLst/>
            </a:prstGeom>
            <a:solidFill>
              <a:srgbClr val="C6C3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3" name="矩形 262"/>
            <p:cNvSpPr/>
            <p:nvPr/>
          </p:nvSpPr>
          <p:spPr>
            <a:xfrm>
              <a:off x="6384641" y="1449003"/>
              <a:ext cx="92810" cy="525780"/>
            </a:xfrm>
            <a:prstGeom prst="rect">
              <a:avLst/>
            </a:prstGeom>
            <a:solidFill>
              <a:srgbClr val="DFC04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4" name="矩形 263"/>
            <p:cNvSpPr/>
            <p:nvPr/>
          </p:nvSpPr>
          <p:spPr>
            <a:xfrm>
              <a:off x="6523856" y="1449003"/>
              <a:ext cx="92810" cy="525780"/>
            </a:xfrm>
            <a:prstGeom prst="rect">
              <a:avLst/>
            </a:prstGeom>
            <a:solidFill>
              <a:srgbClr val="F0BD4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5" name="矩形 264"/>
            <p:cNvSpPr/>
            <p:nvPr/>
          </p:nvSpPr>
          <p:spPr>
            <a:xfrm>
              <a:off x="6663071" y="1449003"/>
              <a:ext cx="92810" cy="525780"/>
            </a:xfrm>
            <a:prstGeom prst="rect">
              <a:avLst/>
            </a:prstGeom>
            <a:solidFill>
              <a:srgbClr val="FFB94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6" name="矩形 265"/>
            <p:cNvSpPr/>
            <p:nvPr/>
          </p:nvSpPr>
          <p:spPr>
            <a:xfrm>
              <a:off x="6802287" y="1449003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7" name="矩形 266"/>
            <p:cNvSpPr/>
            <p:nvPr/>
          </p:nvSpPr>
          <p:spPr>
            <a:xfrm>
              <a:off x="6941502" y="1449003"/>
              <a:ext cx="92810" cy="525780"/>
            </a:xfrm>
            <a:prstGeom prst="rect">
              <a:avLst/>
            </a:prstGeom>
            <a:solidFill>
              <a:srgbClr val="FF883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8" name="矩形 267"/>
            <p:cNvSpPr/>
            <p:nvPr/>
          </p:nvSpPr>
          <p:spPr>
            <a:xfrm>
              <a:off x="7080717" y="1449003"/>
              <a:ext cx="92810" cy="525780"/>
            </a:xfrm>
            <a:prstGeom prst="rect">
              <a:avLst/>
            </a:prstGeom>
            <a:solidFill>
              <a:srgbClr val="FF6A38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9" name="矩形 268"/>
            <p:cNvSpPr/>
            <p:nvPr/>
          </p:nvSpPr>
          <p:spPr>
            <a:xfrm>
              <a:off x="7219932" y="1449003"/>
              <a:ext cx="92810" cy="525780"/>
            </a:xfrm>
            <a:prstGeom prst="rect">
              <a:avLst/>
            </a:prstGeom>
            <a:solidFill>
              <a:srgbClr val="FF4C32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0" name="矩形 269"/>
            <p:cNvSpPr/>
            <p:nvPr/>
          </p:nvSpPr>
          <p:spPr>
            <a:xfrm>
              <a:off x="7359148" y="1449003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5" name="组合 304"/>
          <p:cNvGrpSpPr/>
          <p:nvPr/>
        </p:nvGrpSpPr>
        <p:grpSpPr>
          <a:xfrm>
            <a:off x="3033161" y="3931584"/>
            <a:ext cx="4418797" cy="100665"/>
            <a:chOff x="1356360" y="236220"/>
            <a:chExt cx="6530340" cy="990600"/>
          </a:xfrm>
        </p:grpSpPr>
        <p:sp>
          <p:nvSpPr>
            <p:cNvPr id="306" name="矩形 305"/>
            <p:cNvSpPr/>
            <p:nvPr/>
          </p:nvSpPr>
          <p:spPr>
            <a:xfrm>
              <a:off x="13563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7" name="矩形 306"/>
            <p:cNvSpPr/>
            <p:nvPr/>
          </p:nvSpPr>
          <p:spPr>
            <a:xfrm>
              <a:off x="15621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8" name="矩形 307"/>
            <p:cNvSpPr/>
            <p:nvPr/>
          </p:nvSpPr>
          <p:spPr>
            <a:xfrm>
              <a:off x="17678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9" name="矩形 308"/>
            <p:cNvSpPr/>
            <p:nvPr/>
          </p:nvSpPr>
          <p:spPr>
            <a:xfrm>
              <a:off x="19735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0" name="矩形 309"/>
            <p:cNvSpPr/>
            <p:nvPr/>
          </p:nvSpPr>
          <p:spPr>
            <a:xfrm>
              <a:off x="21793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1" name="矩形 310"/>
            <p:cNvSpPr/>
            <p:nvPr/>
          </p:nvSpPr>
          <p:spPr>
            <a:xfrm>
              <a:off x="238506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2" name="矩形 311"/>
            <p:cNvSpPr/>
            <p:nvPr/>
          </p:nvSpPr>
          <p:spPr>
            <a:xfrm>
              <a:off x="25908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3" name="矩形 312"/>
            <p:cNvSpPr/>
            <p:nvPr/>
          </p:nvSpPr>
          <p:spPr>
            <a:xfrm>
              <a:off x="27965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4" name="矩形 313"/>
            <p:cNvSpPr/>
            <p:nvPr/>
          </p:nvSpPr>
          <p:spPr>
            <a:xfrm>
              <a:off x="30022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5" name="矩形 314"/>
            <p:cNvSpPr/>
            <p:nvPr/>
          </p:nvSpPr>
          <p:spPr>
            <a:xfrm>
              <a:off x="32080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6" name="矩形 315"/>
            <p:cNvSpPr/>
            <p:nvPr/>
          </p:nvSpPr>
          <p:spPr>
            <a:xfrm>
              <a:off x="34137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7" name="矩形 316"/>
            <p:cNvSpPr/>
            <p:nvPr/>
          </p:nvSpPr>
          <p:spPr>
            <a:xfrm>
              <a:off x="36195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8" name="矩形 317"/>
            <p:cNvSpPr/>
            <p:nvPr/>
          </p:nvSpPr>
          <p:spPr>
            <a:xfrm>
              <a:off x="38252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9" name="矩形 318"/>
            <p:cNvSpPr/>
            <p:nvPr/>
          </p:nvSpPr>
          <p:spPr>
            <a:xfrm>
              <a:off x="40309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0" name="矩形 319"/>
            <p:cNvSpPr/>
            <p:nvPr/>
          </p:nvSpPr>
          <p:spPr>
            <a:xfrm>
              <a:off x="423672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1" name="矩形 320"/>
            <p:cNvSpPr/>
            <p:nvPr/>
          </p:nvSpPr>
          <p:spPr>
            <a:xfrm>
              <a:off x="44424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2" name="矩形 321"/>
            <p:cNvSpPr/>
            <p:nvPr/>
          </p:nvSpPr>
          <p:spPr>
            <a:xfrm>
              <a:off x="46634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3" name="矩形 322"/>
            <p:cNvSpPr/>
            <p:nvPr/>
          </p:nvSpPr>
          <p:spPr>
            <a:xfrm>
              <a:off x="48691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4" name="矩形 323"/>
            <p:cNvSpPr/>
            <p:nvPr/>
          </p:nvSpPr>
          <p:spPr>
            <a:xfrm>
              <a:off x="50749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5" name="矩形 324"/>
            <p:cNvSpPr/>
            <p:nvPr/>
          </p:nvSpPr>
          <p:spPr>
            <a:xfrm>
              <a:off x="52806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6" name="矩形 325"/>
            <p:cNvSpPr/>
            <p:nvPr/>
          </p:nvSpPr>
          <p:spPr>
            <a:xfrm>
              <a:off x="54864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7" name="矩形 326"/>
            <p:cNvSpPr/>
            <p:nvPr/>
          </p:nvSpPr>
          <p:spPr>
            <a:xfrm>
              <a:off x="56921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8" name="矩形 327"/>
            <p:cNvSpPr/>
            <p:nvPr/>
          </p:nvSpPr>
          <p:spPr>
            <a:xfrm>
              <a:off x="589788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9" name="矩形 328"/>
            <p:cNvSpPr/>
            <p:nvPr/>
          </p:nvSpPr>
          <p:spPr>
            <a:xfrm>
              <a:off x="61036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0" name="矩形 329"/>
            <p:cNvSpPr/>
            <p:nvPr/>
          </p:nvSpPr>
          <p:spPr>
            <a:xfrm>
              <a:off x="63093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1" name="矩形 330"/>
            <p:cNvSpPr/>
            <p:nvPr/>
          </p:nvSpPr>
          <p:spPr>
            <a:xfrm>
              <a:off x="65151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2" name="矩形 331"/>
            <p:cNvSpPr/>
            <p:nvPr/>
          </p:nvSpPr>
          <p:spPr>
            <a:xfrm>
              <a:off x="672084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3" name="矩形 332"/>
            <p:cNvSpPr/>
            <p:nvPr/>
          </p:nvSpPr>
          <p:spPr>
            <a:xfrm>
              <a:off x="692658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4" name="矩形 333"/>
            <p:cNvSpPr/>
            <p:nvPr/>
          </p:nvSpPr>
          <p:spPr>
            <a:xfrm>
              <a:off x="713232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5" name="矩形 334"/>
            <p:cNvSpPr/>
            <p:nvPr/>
          </p:nvSpPr>
          <p:spPr>
            <a:xfrm>
              <a:off x="733806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6" name="矩形 335"/>
            <p:cNvSpPr/>
            <p:nvPr/>
          </p:nvSpPr>
          <p:spPr>
            <a:xfrm>
              <a:off x="7543800" y="236220"/>
              <a:ext cx="137160" cy="990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7" name="矩形 336"/>
            <p:cNvSpPr/>
            <p:nvPr/>
          </p:nvSpPr>
          <p:spPr>
            <a:xfrm>
              <a:off x="7749540" y="236220"/>
              <a:ext cx="137160" cy="9906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0" name="组合 29"/>
          <p:cNvGrpSpPr/>
          <p:nvPr/>
        </p:nvGrpSpPr>
        <p:grpSpPr>
          <a:xfrm>
            <a:off x="4845179" y="5139489"/>
            <a:ext cx="503158" cy="525780"/>
            <a:chOff x="4845179" y="5139489"/>
            <a:chExt cx="503158" cy="525780"/>
          </a:xfrm>
        </p:grpSpPr>
        <p:sp>
          <p:nvSpPr>
            <p:cNvPr id="286" name="矩形 285"/>
            <p:cNvSpPr/>
            <p:nvPr/>
          </p:nvSpPr>
          <p:spPr>
            <a:xfrm>
              <a:off x="4982175" y="5139489"/>
              <a:ext cx="92810" cy="525780"/>
            </a:xfrm>
            <a:prstGeom prst="rect">
              <a:avLst/>
            </a:prstGeom>
            <a:solidFill>
              <a:srgbClr val="07DD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8" name="矩形 337"/>
            <p:cNvSpPr/>
            <p:nvPr/>
          </p:nvSpPr>
          <p:spPr>
            <a:xfrm>
              <a:off x="5118851" y="5139489"/>
              <a:ext cx="92810" cy="525780"/>
            </a:xfrm>
            <a:prstGeom prst="rect">
              <a:avLst/>
            </a:prstGeom>
            <a:solidFill>
              <a:srgbClr val="FFA33D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1" name="矩形 340"/>
            <p:cNvSpPr/>
            <p:nvPr/>
          </p:nvSpPr>
          <p:spPr>
            <a:xfrm>
              <a:off x="5255527" y="5139489"/>
              <a:ext cx="92810" cy="525780"/>
            </a:xfrm>
            <a:prstGeom prst="rect">
              <a:avLst/>
            </a:prstGeom>
            <a:solidFill>
              <a:srgbClr val="FF343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2" name="矩形 341"/>
            <p:cNvSpPr/>
            <p:nvPr/>
          </p:nvSpPr>
          <p:spPr>
            <a:xfrm>
              <a:off x="4845179" y="5139489"/>
              <a:ext cx="92810" cy="525780"/>
            </a:xfrm>
            <a:prstGeom prst="rect">
              <a:avLst/>
            </a:prstGeom>
            <a:solidFill>
              <a:srgbClr val="EA67FF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1" name="直接箭头连接符 10"/>
          <p:cNvCxnSpPr>
            <a:stCxn id="244" idx="2"/>
            <a:endCxn id="342" idx="0"/>
          </p:cNvCxnSpPr>
          <p:nvPr/>
        </p:nvCxnSpPr>
        <p:spPr>
          <a:xfrm>
            <a:off x="3775643" y="4657023"/>
            <a:ext cx="1115941" cy="48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253" idx="2"/>
            <a:endCxn id="286" idx="0"/>
          </p:cNvCxnSpPr>
          <p:nvPr/>
        </p:nvCxnSpPr>
        <p:spPr>
          <a:xfrm>
            <a:off x="5028580" y="4657023"/>
            <a:ext cx="0" cy="48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>
            <a:stCxn id="266" idx="2"/>
            <a:endCxn id="338" idx="0"/>
          </p:cNvCxnSpPr>
          <p:nvPr/>
        </p:nvCxnSpPr>
        <p:spPr>
          <a:xfrm flipH="1">
            <a:off x="5165256" y="4657023"/>
            <a:ext cx="1683436" cy="48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270" idx="2"/>
            <a:endCxn id="341" idx="0"/>
          </p:cNvCxnSpPr>
          <p:nvPr/>
        </p:nvCxnSpPr>
        <p:spPr>
          <a:xfrm flipH="1">
            <a:off x="5301932" y="4657023"/>
            <a:ext cx="2103621" cy="4824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2955116" y="966380"/>
            <a:ext cx="119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repeating</a:t>
            </a:r>
            <a:endParaRPr lang="zh-CN" altLang="en-US" dirty="0"/>
          </a:p>
        </p:txBody>
      </p:sp>
      <p:sp>
        <p:nvSpPr>
          <p:cNvPr id="344" name="文本框 343"/>
          <p:cNvSpPr txBox="1"/>
          <p:nvPr/>
        </p:nvSpPr>
        <p:spPr>
          <a:xfrm>
            <a:off x="2955116" y="3494426"/>
            <a:ext cx="1191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/>
              <a:t>sampling</a:t>
            </a:r>
            <a:endParaRPr lang="zh-CN" altLang="en-US" dirty="0"/>
          </a:p>
        </p:txBody>
      </p:sp>
      <p:sp>
        <p:nvSpPr>
          <p:cNvPr id="29" name="环形箭头 28"/>
          <p:cNvSpPr/>
          <p:nvPr/>
        </p:nvSpPr>
        <p:spPr>
          <a:xfrm rot="5400000">
            <a:off x="6895097" y="1544351"/>
            <a:ext cx="1558491" cy="1558491"/>
          </a:xfrm>
          <a:prstGeom prst="circular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5" name="环形箭头 344"/>
          <p:cNvSpPr/>
          <p:nvPr/>
        </p:nvSpPr>
        <p:spPr>
          <a:xfrm rot="5400000">
            <a:off x="6895097" y="3996227"/>
            <a:ext cx="1558491" cy="1558491"/>
          </a:xfrm>
          <a:prstGeom prst="circularArrow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348" name="文本框 347"/>
          <p:cNvSpPr txBox="1"/>
          <p:nvPr/>
        </p:nvSpPr>
        <p:spPr>
          <a:xfrm>
            <a:off x="1778277" y="1284789"/>
            <a:ext cx="1191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 smtClean="0"/>
              <a:t>boundary</a:t>
            </a:r>
            <a:endParaRPr lang="zh-CN" altLang="en-US" sz="1200" dirty="0"/>
          </a:p>
        </p:txBody>
      </p:sp>
      <p:sp>
        <p:nvSpPr>
          <p:cNvPr id="351" name="文本框 350"/>
          <p:cNvSpPr txBox="1"/>
          <p:nvPr/>
        </p:nvSpPr>
        <p:spPr>
          <a:xfrm>
            <a:off x="1778277" y="1726806"/>
            <a:ext cx="1191767" cy="24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 smtClean="0"/>
              <a:t>encoder-output</a:t>
            </a:r>
            <a:endParaRPr lang="zh-CN" altLang="en-US" sz="1200" dirty="0"/>
          </a:p>
        </p:txBody>
      </p:sp>
      <p:sp>
        <p:nvSpPr>
          <p:cNvPr id="352" name="文本框 351"/>
          <p:cNvSpPr txBox="1"/>
          <p:nvPr/>
        </p:nvSpPr>
        <p:spPr>
          <a:xfrm>
            <a:off x="1778277" y="3792454"/>
            <a:ext cx="11917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200" dirty="0" err="1" smtClean="0"/>
              <a:t>baoundary</a:t>
            </a:r>
            <a:endParaRPr lang="zh-CN" altLang="en-US" sz="1200" dirty="0"/>
          </a:p>
        </p:txBody>
      </p:sp>
      <p:sp>
        <p:nvSpPr>
          <p:cNvPr id="353" name="文本框 352"/>
          <p:cNvSpPr txBox="1"/>
          <p:nvPr/>
        </p:nvSpPr>
        <p:spPr>
          <a:xfrm>
            <a:off x="1778278" y="4234471"/>
            <a:ext cx="1254884" cy="24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 smtClean="0"/>
              <a:t>skill-embedding</a:t>
            </a:r>
            <a:endParaRPr lang="zh-CN" altLang="en-US" sz="1200" dirty="0"/>
          </a:p>
        </p:txBody>
      </p:sp>
      <p:sp>
        <p:nvSpPr>
          <p:cNvPr id="357" name="文本框 356"/>
          <p:cNvSpPr txBox="1"/>
          <p:nvPr/>
        </p:nvSpPr>
        <p:spPr>
          <a:xfrm>
            <a:off x="1778277" y="2769712"/>
            <a:ext cx="1191767" cy="24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 smtClean="0"/>
              <a:t>repeated</a:t>
            </a:r>
            <a:endParaRPr lang="zh-CN" altLang="en-US" sz="1200" dirty="0"/>
          </a:p>
        </p:txBody>
      </p:sp>
      <p:sp>
        <p:nvSpPr>
          <p:cNvPr id="358" name="文本框 357"/>
          <p:cNvSpPr txBox="1"/>
          <p:nvPr/>
        </p:nvSpPr>
        <p:spPr>
          <a:xfrm>
            <a:off x="1778277" y="5306317"/>
            <a:ext cx="1191767" cy="2484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ts val="1200"/>
              </a:lnSpc>
            </a:pPr>
            <a:r>
              <a:rPr lang="en-US" altLang="zh-CN" sz="1200" dirty="0" smtClean="0"/>
              <a:t>sampled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8483033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14587</TotalTime>
  <Words>188</Words>
  <Application>Microsoft Office PowerPoint</Application>
  <PresentationFormat>宽屏</PresentationFormat>
  <Paragraphs>170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仿宋</vt:lpstr>
      <vt:lpstr>宋体</vt:lpstr>
      <vt:lpstr>微软雅黑</vt:lpstr>
      <vt:lpstr>Arial</vt:lpstr>
      <vt:lpstr>Calibri</vt:lpstr>
      <vt:lpstr>Calibri Light</vt:lpstr>
      <vt:lpstr>Cambria Math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HP Inc.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86133</dc:creator>
  <cp:lastModifiedBy>86133</cp:lastModifiedBy>
  <cp:revision>102</cp:revision>
  <dcterms:created xsi:type="dcterms:W3CDTF">2024-08-14T15:14:29Z</dcterms:created>
  <dcterms:modified xsi:type="dcterms:W3CDTF">2025-08-12T08:32:39Z</dcterms:modified>
</cp:coreProperties>
</file>